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4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0"/>
  </p:notesMasterIdLst>
  <p:sldIdLst>
    <p:sldId id="256" r:id="rId2"/>
    <p:sldId id="1431" r:id="rId3"/>
    <p:sldId id="1483" r:id="rId4"/>
    <p:sldId id="1482" r:id="rId5"/>
    <p:sldId id="1445" r:id="rId6"/>
    <p:sldId id="1451" r:id="rId7"/>
    <p:sldId id="1452" r:id="rId8"/>
    <p:sldId id="1494" r:id="rId9"/>
    <p:sldId id="1411" r:id="rId10"/>
    <p:sldId id="1442" r:id="rId11"/>
    <p:sldId id="1495" r:id="rId12"/>
    <p:sldId id="1453" r:id="rId13"/>
    <p:sldId id="1484" r:id="rId14"/>
    <p:sldId id="1485" r:id="rId15"/>
    <p:sldId id="1486" r:id="rId16"/>
    <p:sldId id="1487" r:id="rId17"/>
    <p:sldId id="1488" r:id="rId18"/>
    <p:sldId id="1434" r:id="rId19"/>
    <p:sldId id="1454" r:id="rId20"/>
    <p:sldId id="1455" r:id="rId21"/>
    <p:sldId id="1457" r:id="rId22"/>
    <p:sldId id="1394" r:id="rId23"/>
    <p:sldId id="1435" r:id="rId24"/>
    <p:sldId id="1456" r:id="rId25"/>
    <p:sldId id="1490" r:id="rId26"/>
    <p:sldId id="1491" r:id="rId27"/>
    <p:sldId id="1458" r:id="rId28"/>
    <p:sldId id="1460" r:id="rId29"/>
    <p:sldId id="1492" r:id="rId30"/>
    <p:sldId id="1462" r:id="rId31"/>
    <p:sldId id="1466" r:id="rId32"/>
    <p:sldId id="1459" r:id="rId33"/>
    <p:sldId id="1497" r:id="rId34"/>
    <p:sldId id="1467" r:id="rId35"/>
    <p:sldId id="1470" r:id="rId36"/>
    <p:sldId id="1496" r:id="rId37"/>
    <p:sldId id="1471" r:id="rId38"/>
    <p:sldId id="1478" r:id="rId39"/>
    <p:sldId id="1472" r:id="rId40"/>
    <p:sldId id="1479" r:id="rId41"/>
    <p:sldId id="1473" r:id="rId42"/>
    <p:sldId id="1475" r:id="rId43"/>
    <p:sldId id="1476" r:id="rId44"/>
    <p:sldId id="1498" r:id="rId45"/>
    <p:sldId id="1500" r:id="rId46"/>
    <p:sldId id="1499" r:id="rId47"/>
    <p:sldId id="1501" r:id="rId48"/>
    <p:sldId id="1502" r:id="rId49"/>
    <p:sldId id="1503" r:id="rId50"/>
    <p:sldId id="1505" r:id="rId51"/>
    <p:sldId id="1506" r:id="rId52"/>
    <p:sldId id="1507" r:id="rId53"/>
    <p:sldId id="1508" r:id="rId54"/>
    <p:sldId id="1509" r:id="rId55"/>
    <p:sldId id="1510" r:id="rId56"/>
    <p:sldId id="1511" r:id="rId57"/>
    <p:sldId id="1512" r:id="rId58"/>
    <p:sldId id="1513" r:id="rId59"/>
    <p:sldId id="1514" r:id="rId60"/>
    <p:sldId id="1436" r:id="rId61"/>
    <p:sldId id="1465" r:id="rId62"/>
    <p:sldId id="1515" r:id="rId63"/>
    <p:sldId id="1516" r:id="rId64"/>
    <p:sldId id="1517" r:id="rId65"/>
    <p:sldId id="1437" r:id="rId66"/>
    <p:sldId id="1464" r:id="rId67"/>
    <p:sldId id="1438" r:id="rId68"/>
    <p:sldId id="1432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C52B1B-8552-4EA8-9F30-F71A1F646BFC}">
          <p14:sldIdLst>
            <p14:sldId id="256"/>
            <p14:sldId id="1431"/>
            <p14:sldId id="1483"/>
            <p14:sldId id="1482"/>
            <p14:sldId id="1445"/>
            <p14:sldId id="1451"/>
            <p14:sldId id="1452"/>
            <p14:sldId id="1494"/>
            <p14:sldId id="1411"/>
            <p14:sldId id="1442"/>
            <p14:sldId id="1495"/>
            <p14:sldId id="1453"/>
            <p14:sldId id="1484"/>
            <p14:sldId id="1485"/>
            <p14:sldId id="1486"/>
            <p14:sldId id="1487"/>
            <p14:sldId id="1488"/>
            <p14:sldId id="1434"/>
            <p14:sldId id="1454"/>
            <p14:sldId id="1455"/>
            <p14:sldId id="1457"/>
            <p14:sldId id="1394"/>
            <p14:sldId id="1435"/>
            <p14:sldId id="1456"/>
            <p14:sldId id="1490"/>
            <p14:sldId id="1491"/>
            <p14:sldId id="1458"/>
            <p14:sldId id="1460"/>
            <p14:sldId id="1492"/>
            <p14:sldId id="1462"/>
            <p14:sldId id="1466"/>
            <p14:sldId id="1459"/>
            <p14:sldId id="1497"/>
            <p14:sldId id="1467"/>
            <p14:sldId id="1470"/>
            <p14:sldId id="1496"/>
            <p14:sldId id="1471"/>
            <p14:sldId id="1478"/>
            <p14:sldId id="1472"/>
            <p14:sldId id="1479"/>
            <p14:sldId id="1473"/>
            <p14:sldId id="1475"/>
            <p14:sldId id="1476"/>
            <p14:sldId id="1498"/>
            <p14:sldId id="1500"/>
            <p14:sldId id="1499"/>
            <p14:sldId id="1501"/>
            <p14:sldId id="1502"/>
            <p14:sldId id="1503"/>
            <p14:sldId id="1505"/>
            <p14:sldId id="1506"/>
            <p14:sldId id="1507"/>
            <p14:sldId id="1508"/>
            <p14:sldId id="1509"/>
            <p14:sldId id="1510"/>
            <p14:sldId id="1511"/>
            <p14:sldId id="1512"/>
            <p14:sldId id="1513"/>
            <p14:sldId id="1514"/>
            <p14:sldId id="1436"/>
            <p14:sldId id="1465"/>
            <p14:sldId id="1515"/>
            <p14:sldId id="1516"/>
            <p14:sldId id="1517"/>
            <p14:sldId id="1437"/>
            <p14:sldId id="1464"/>
            <p14:sldId id="1438"/>
            <p14:sldId id="14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65" autoAdjust="0"/>
    <p:restoredTop sz="90454" autoAdjust="0"/>
  </p:normalViewPr>
  <p:slideViewPr>
    <p:cSldViewPr snapToGrid="0">
      <p:cViewPr varScale="1">
        <p:scale>
          <a:sx n="92" d="100"/>
          <a:sy n="92" d="100"/>
        </p:scale>
        <p:origin x="213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B52E75-0128-4F46-8DF3-F52B85AF484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546FB74-A16D-495C-BC22-150FB98EEB9F}">
      <dgm:prSet/>
      <dgm:spPr/>
      <dgm:t>
        <a:bodyPr/>
        <a:lstStyle/>
        <a:p>
          <a:r>
            <a:rPr lang="en-CA"/>
            <a:t>Try this code:</a:t>
          </a:r>
          <a:endParaRPr lang="en-US"/>
        </a:p>
      </dgm:t>
    </dgm:pt>
    <dgm:pt modelId="{2FCCCF2E-57A8-460C-A464-4917386B54D1}" type="parTrans" cxnId="{525690B3-6E0D-4739-8426-03D28F0CC60C}">
      <dgm:prSet/>
      <dgm:spPr/>
      <dgm:t>
        <a:bodyPr/>
        <a:lstStyle/>
        <a:p>
          <a:endParaRPr lang="en-US"/>
        </a:p>
      </dgm:t>
    </dgm:pt>
    <dgm:pt modelId="{EB741A30-0469-43BA-89CC-97A32E4B31F0}" type="sibTrans" cxnId="{525690B3-6E0D-4739-8426-03D28F0CC60C}">
      <dgm:prSet/>
      <dgm:spPr/>
      <dgm:t>
        <a:bodyPr/>
        <a:lstStyle/>
        <a:p>
          <a:endParaRPr lang="en-US"/>
        </a:p>
      </dgm:t>
    </dgm:pt>
    <dgm:pt modelId="{90C3D16E-4709-4B2A-9254-30B30AB0F441}">
      <dgm:prSet/>
      <dgm:spPr/>
      <dgm:t>
        <a:bodyPr/>
        <a:lstStyle/>
        <a:p>
          <a:r>
            <a:rPr lang="en-CA"/>
            <a:t>&gt;&gt;&gt; item1,item2 = (1, 2)</a:t>
          </a:r>
          <a:endParaRPr lang="en-US"/>
        </a:p>
      </dgm:t>
    </dgm:pt>
    <dgm:pt modelId="{6D694C36-EB8C-49F4-8ABA-B3192AB10C73}" type="parTrans" cxnId="{E3AB12AC-C5FC-4F83-A11D-5994DD5CAAE7}">
      <dgm:prSet/>
      <dgm:spPr/>
      <dgm:t>
        <a:bodyPr/>
        <a:lstStyle/>
        <a:p>
          <a:endParaRPr lang="en-US"/>
        </a:p>
      </dgm:t>
    </dgm:pt>
    <dgm:pt modelId="{202D1749-163A-47E7-8B82-EF13D6BF7320}" type="sibTrans" cxnId="{E3AB12AC-C5FC-4F83-A11D-5994DD5CAAE7}">
      <dgm:prSet/>
      <dgm:spPr/>
      <dgm:t>
        <a:bodyPr/>
        <a:lstStyle/>
        <a:p>
          <a:endParaRPr lang="en-US"/>
        </a:p>
      </dgm:t>
    </dgm:pt>
    <dgm:pt modelId="{7F7E52C3-4B46-4177-8B6A-5FA28EE15BFC}">
      <dgm:prSet/>
      <dgm:spPr/>
      <dgm:t>
        <a:bodyPr/>
        <a:lstStyle/>
        <a:p>
          <a:r>
            <a:rPr lang="en-CA"/>
            <a:t>&gt;&gt;&gt; print(item1)</a:t>
          </a:r>
          <a:endParaRPr lang="en-US"/>
        </a:p>
      </dgm:t>
    </dgm:pt>
    <dgm:pt modelId="{91ADE74D-2454-427A-ADEF-896A33F69C5D}" type="parTrans" cxnId="{7018B647-4BEF-422F-B6F9-30B49D039C1A}">
      <dgm:prSet/>
      <dgm:spPr/>
      <dgm:t>
        <a:bodyPr/>
        <a:lstStyle/>
        <a:p>
          <a:endParaRPr lang="en-US"/>
        </a:p>
      </dgm:t>
    </dgm:pt>
    <dgm:pt modelId="{668CD736-200F-4299-A9B8-C6127A53BCB6}" type="sibTrans" cxnId="{7018B647-4BEF-422F-B6F9-30B49D039C1A}">
      <dgm:prSet/>
      <dgm:spPr/>
      <dgm:t>
        <a:bodyPr/>
        <a:lstStyle/>
        <a:p>
          <a:endParaRPr lang="en-US"/>
        </a:p>
      </dgm:t>
    </dgm:pt>
    <dgm:pt modelId="{F9546B34-1EB7-4BD8-B313-79F276D7F276}">
      <dgm:prSet/>
      <dgm:spPr/>
      <dgm:t>
        <a:bodyPr/>
        <a:lstStyle/>
        <a:p>
          <a:r>
            <a:rPr lang="en-CA"/>
            <a:t>&gt;&gt;&gt; print(item2)</a:t>
          </a:r>
          <a:endParaRPr lang="en-US"/>
        </a:p>
      </dgm:t>
    </dgm:pt>
    <dgm:pt modelId="{7BB8782C-A437-46EB-8CC9-E1C7BC83B2CA}" type="parTrans" cxnId="{C9C5293C-0E78-450E-B0B4-EC92DE90B47A}">
      <dgm:prSet/>
      <dgm:spPr/>
      <dgm:t>
        <a:bodyPr/>
        <a:lstStyle/>
        <a:p>
          <a:endParaRPr lang="en-US"/>
        </a:p>
      </dgm:t>
    </dgm:pt>
    <dgm:pt modelId="{A1605C3E-7B40-4C5A-B8D5-D983F53810E6}" type="sibTrans" cxnId="{C9C5293C-0E78-450E-B0B4-EC92DE90B47A}">
      <dgm:prSet/>
      <dgm:spPr/>
      <dgm:t>
        <a:bodyPr/>
        <a:lstStyle/>
        <a:p>
          <a:endParaRPr lang="en-US"/>
        </a:p>
      </dgm:t>
    </dgm:pt>
    <dgm:pt modelId="{6CF10CA0-417E-B342-AE9B-04DA5C407A3B}" type="pres">
      <dgm:prSet presAssocID="{CAB52E75-0128-4F46-8DF3-F52B85AF484D}" presName="linear" presStyleCnt="0">
        <dgm:presLayoutVars>
          <dgm:animLvl val="lvl"/>
          <dgm:resizeHandles val="exact"/>
        </dgm:presLayoutVars>
      </dgm:prSet>
      <dgm:spPr/>
    </dgm:pt>
    <dgm:pt modelId="{E6BE5D46-BBEA-C54D-9EEF-0F81B3A44EB3}" type="pres">
      <dgm:prSet presAssocID="{7546FB74-A16D-495C-BC22-150FB98EEB9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1F89CA9-48EE-5244-BED3-22FA95DD0B2A}" type="pres">
      <dgm:prSet presAssocID="{EB741A30-0469-43BA-89CC-97A32E4B31F0}" presName="spacer" presStyleCnt="0"/>
      <dgm:spPr/>
    </dgm:pt>
    <dgm:pt modelId="{57879420-3ED6-3442-BCD3-33B01327595E}" type="pres">
      <dgm:prSet presAssocID="{90C3D16E-4709-4B2A-9254-30B30AB0F44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294B0A4-443C-4248-8B3E-5062D8085F95}" type="pres">
      <dgm:prSet presAssocID="{202D1749-163A-47E7-8B82-EF13D6BF7320}" presName="spacer" presStyleCnt="0"/>
      <dgm:spPr/>
    </dgm:pt>
    <dgm:pt modelId="{F0A92FD5-2678-224A-ABD4-B87EE6E831D9}" type="pres">
      <dgm:prSet presAssocID="{7F7E52C3-4B46-4177-8B6A-5FA28EE15BF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8CED2A-9A13-D54A-99DC-6CB3CAA3FECC}" type="pres">
      <dgm:prSet presAssocID="{668CD736-200F-4299-A9B8-C6127A53BCB6}" presName="spacer" presStyleCnt="0"/>
      <dgm:spPr/>
    </dgm:pt>
    <dgm:pt modelId="{F4C0E9D3-7E00-A244-9D56-52A6BFD3B9EF}" type="pres">
      <dgm:prSet presAssocID="{F9546B34-1EB7-4BD8-B313-79F276D7F27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F11A427-93C6-FC4D-BFD4-5F89F5DE4B39}" type="presOf" srcId="{7546FB74-A16D-495C-BC22-150FB98EEB9F}" destId="{E6BE5D46-BBEA-C54D-9EEF-0F81B3A44EB3}" srcOrd="0" destOrd="0" presId="urn:microsoft.com/office/officeart/2005/8/layout/vList2"/>
    <dgm:cxn modelId="{C9C5293C-0E78-450E-B0B4-EC92DE90B47A}" srcId="{CAB52E75-0128-4F46-8DF3-F52B85AF484D}" destId="{F9546B34-1EB7-4BD8-B313-79F276D7F276}" srcOrd="3" destOrd="0" parTransId="{7BB8782C-A437-46EB-8CC9-E1C7BC83B2CA}" sibTransId="{A1605C3E-7B40-4C5A-B8D5-D983F53810E6}"/>
    <dgm:cxn modelId="{7018B647-4BEF-422F-B6F9-30B49D039C1A}" srcId="{CAB52E75-0128-4F46-8DF3-F52B85AF484D}" destId="{7F7E52C3-4B46-4177-8B6A-5FA28EE15BFC}" srcOrd="2" destOrd="0" parTransId="{91ADE74D-2454-427A-ADEF-896A33F69C5D}" sibTransId="{668CD736-200F-4299-A9B8-C6127A53BCB6}"/>
    <dgm:cxn modelId="{680C5369-5E18-6244-9C62-E73F09DF31F3}" type="presOf" srcId="{F9546B34-1EB7-4BD8-B313-79F276D7F276}" destId="{F4C0E9D3-7E00-A244-9D56-52A6BFD3B9EF}" srcOrd="0" destOrd="0" presId="urn:microsoft.com/office/officeart/2005/8/layout/vList2"/>
    <dgm:cxn modelId="{29348A84-8651-754C-A67F-1BC3FC207674}" type="presOf" srcId="{90C3D16E-4709-4B2A-9254-30B30AB0F441}" destId="{57879420-3ED6-3442-BCD3-33B01327595E}" srcOrd="0" destOrd="0" presId="urn:microsoft.com/office/officeart/2005/8/layout/vList2"/>
    <dgm:cxn modelId="{E3AB12AC-C5FC-4F83-A11D-5994DD5CAAE7}" srcId="{CAB52E75-0128-4F46-8DF3-F52B85AF484D}" destId="{90C3D16E-4709-4B2A-9254-30B30AB0F441}" srcOrd="1" destOrd="0" parTransId="{6D694C36-EB8C-49F4-8ABA-B3192AB10C73}" sibTransId="{202D1749-163A-47E7-8B82-EF13D6BF7320}"/>
    <dgm:cxn modelId="{525690B3-6E0D-4739-8426-03D28F0CC60C}" srcId="{CAB52E75-0128-4F46-8DF3-F52B85AF484D}" destId="{7546FB74-A16D-495C-BC22-150FB98EEB9F}" srcOrd="0" destOrd="0" parTransId="{2FCCCF2E-57A8-460C-A464-4917386B54D1}" sibTransId="{EB741A30-0469-43BA-89CC-97A32E4B31F0}"/>
    <dgm:cxn modelId="{F02F3FE7-83DF-404C-8448-00512F86373E}" type="presOf" srcId="{7F7E52C3-4B46-4177-8B6A-5FA28EE15BFC}" destId="{F0A92FD5-2678-224A-ABD4-B87EE6E831D9}" srcOrd="0" destOrd="0" presId="urn:microsoft.com/office/officeart/2005/8/layout/vList2"/>
    <dgm:cxn modelId="{9EE399F5-0E06-C246-9A0C-D47257098999}" type="presOf" srcId="{CAB52E75-0128-4F46-8DF3-F52B85AF484D}" destId="{6CF10CA0-417E-B342-AE9B-04DA5C407A3B}" srcOrd="0" destOrd="0" presId="urn:microsoft.com/office/officeart/2005/8/layout/vList2"/>
    <dgm:cxn modelId="{F637D231-0F55-BF45-A52B-9E67A7CB6F75}" type="presParOf" srcId="{6CF10CA0-417E-B342-AE9B-04DA5C407A3B}" destId="{E6BE5D46-BBEA-C54D-9EEF-0F81B3A44EB3}" srcOrd="0" destOrd="0" presId="urn:microsoft.com/office/officeart/2005/8/layout/vList2"/>
    <dgm:cxn modelId="{FB85A51E-176A-2841-B35E-585BD26E9ABE}" type="presParOf" srcId="{6CF10CA0-417E-B342-AE9B-04DA5C407A3B}" destId="{91F89CA9-48EE-5244-BED3-22FA95DD0B2A}" srcOrd="1" destOrd="0" presId="urn:microsoft.com/office/officeart/2005/8/layout/vList2"/>
    <dgm:cxn modelId="{780177E1-C912-1048-B779-F1C1DE9F033E}" type="presParOf" srcId="{6CF10CA0-417E-B342-AE9B-04DA5C407A3B}" destId="{57879420-3ED6-3442-BCD3-33B01327595E}" srcOrd="2" destOrd="0" presId="urn:microsoft.com/office/officeart/2005/8/layout/vList2"/>
    <dgm:cxn modelId="{129F5AC2-5317-0643-B665-8D271666B4E3}" type="presParOf" srcId="{6CF10CA0-417E-B342-AE9B-04DA5C407A3B}" destId="{F294B0A4-443C-4248-8B3E-5062D8085F95}" srcOrd="3" destOrd="0" presId="urn:microsoft.com/office/officeart/2005/8/layout/vList2"/>
    <dgm:cxn modelId="{0083CCDF-1C02-3544-8394-85CC2BA51251}" type="presParOf" srcId="{6CF10CA0-417E-B342-AE9B-04DA5C407A3B}" destId="{F0A92FD5-2678-224A-ABD4-B87EE6E831D9}" srcOrd="4" destOrd="0" presId="urn:microsoft.com/office/officeart/2005/8/layout/vList2"/>
    <dgm:cxn modelId="{AAFDAB17-414F-4C4F-8D40-BD3AB6B2E04F}" type="presParOf" srcId="{6CF10CA0-417E-B342-AE9B-04DA5C407A3B}" destId="{DB8CED2A-9A13-D54A-99DC-6CB3CAA3FECC}" srcOrd="5" destOrd="0" presId="urn:microsoft.com/office/officeart/2005/8/layout/vList2"/>
    <dgm:cxn modelId="{2DAA4209-7F0F-3D49-8F40-3E321F4F9511}" type="presParOf" srcId="{6CF10CA0-417E-B342-AE9B-04DA5C407A3B}" destId="{F4C0E9D3-7E00-A244-9D56-52A6BFD3B9E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E5D46-BBEA-C54D-9EEF-0F81B3A44EB3}">
      <dsp:nvSpPr>
        <dsp:cNvPr id="0" name=""/>
        <dsp:cNvSpPr/>
      </dsp:nvSpPr>
      <dsp:spPr>
        <a:xfrm>
          <a:off x="0" y="210456"/>
          <a:ext cx="6797675" cy="11992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0" kern="1200"/>
            <a:t>Try this code:</a:t>
          </a:r>
          <a:endParaRPr lang="en-US" sz="5000" kern="1200"/>
        </a:p>
      </dsp:txBody>
      <dsp:txXfrm>
        <a:off x="58543" y="268999"/>
        <a:ext cx="6680589" cy="1082164"/>
      </dsp:txXfrm>
    </dsp:sp>
    <dsp:sp modelId="{57879420-3ED6-3442-BCD3-33B01327595E}">
      <dsp:nvSpPr>
        <dsp:cNvPr id="0" name=""/>
        <dsp:cNvSpPr/>
      </dsp:nvSpPr>
      <dsp:spPr>
        <a:xfrm>
          <a:off x="0" y="1553706"/>
          <a:ext cx="6797675" cy="1199250"/>
        </a:xfrm>
        <a:prstGeom prst="roundRect">
          <a:avLst/>
        </a:prstGeom>
        <a:gradFill rotWithShape="0">
          <a:gsLst>
            <a:gs pos="0">
              <a:schemeClr val="accent2">
                <a:hueOff val="635930"/>
                <a:satOff val="-14509"/>
                <a:lumOff val="5360"/>
                <a:alphaOff val="0"/>
                <a:shade val="85000"/>
                <a:satMod val="130000"/>
              </a:schemeClr>
            </a:gs>
            <a:gs pos="34000">
              <a:schemeClr val="accent2">
                <a:hueOff val="635930"/>
                <a:satOff val="-14509"/>
                <a:lumOff val="5360"/>
                <a:alphaOff val="0"/>
                <a:shade val="87000"/>
                <a:satMod val="125000"/>
              </a:schemeClr>
            </a:gs>
            <a:gs pos="70000">
              <a:schemeClr val="accent2">
                <a:hueOff val="635930"/>
                <a:satOff val="-14509"/>
                <a:lumOff val="536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635930"/>
                <a:satOff val="-14509"/>
                <a:lumOff val="536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0" kern="1200"/>
            <a:t>&gt;&gt;&gt; item1,item2 = (1, 2)</a:t>
          </a:r>
          <a:endParaRPr lang="en-US" sz="5000" kern="1200"/>
        </a:p>
      </dsp:txBody>
      <dsp:txXfrm>
        <a:off x="58543" y="1612249"/>
        <a:ext cx="6680589" cy="1082164"/>
      </dsp:txXfrm>
    </dsp:sp>
    <dsp:sp modelId="{F0A92FD5-2678-224A-ABD4-B87EE6E831D9}">
      <dsp:nvSpPr>
        <dsp:cNvPr id="0" name=""/>
        <dsp:cNvSpPr/>
      </dsp:nvSpPr>
      <dsp:spPr>
        <a:xfrm>
          <a:off x="0" y="2896956"/>
          <a:ext cx="6797675" cy="1199250"/>
        </a:xfrm>
        <a:prstGeom prst="roundRect">
          <a:avLst/>
        </a:prstGeom>
        <a:gradFill rotWithShape="0">
          <a:gsLst>
            <a:gs pos="0">
              <a:schemeClr val="accent2">
                <a:hueOff val="1271860"/>
                <a:satOff val="-29019"/>
                <a:lumOff val="10719"/>
                <a:alphaOff val="0"/>
                <a:shade val="85000"/>
                <a:satMod val="130000"/>
              </a:schemeClr>
            </a:gs>
            <a:gs pos="34000">
              <a:schemeClr val="accent2">
                <a:hueOff val="1271860"/>
                <a:satOff val="-29019"/>
                <a:lumOff val="10719"/>
                <a:alphaOff val="0"/>
                <a:shade val="87000"/>
                <a:satMod val="125000"/>
              </a:schemeClr>
            </a:gs>
            <a:gs pos="70000">
              <a:schemeClr val="accent2">
                <a:hueOff val="1271860"/>
                <a:satOff val="-29019"/>
                <a:lumOff val="10719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1271860"/>
                <a:satOff val="-29019"/>
                <a:lumOff val="10719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0" kern="1200"/>
            <a:t>&gt;&gt;&gt; print(item1)</a:t>
          </a:r>
          <a:endParaRPr lang="en-US" sz="5000" kern="1200"/>
        </a:p>
      </dsp:txBody>
      <dsp:txXfrm>
        <a:off x="58543" y="2955499"/>
        <a:ext cx="6680589" cy="1082164"/>
      </dsp:txXfrm>
    </dsp:sp>
    <dsp:sp modelId="{F4C0E9D3-7E00-A244-9D56-52A6BFD3B9EF}">
      <dsp:nvSpPr>
        <dsp:cNvPr id="0" name=""/>
        <dsp:cNvSpPr/>
      </dsp:nvSpPr>
      <dsp:spPr>
        <a:xfrm>
          <a:off x="0" y="4240206"/>
          <a:ext cx="6797675" cy="1199250"/>
        </a:xfrm>
        <a:prstGeom prst="roundRect">
          <a:avLst/>
        </a:prstGeom>
        <a:gradFill rotWithShape="0">
          <a:gsLst>
            <a:gs pos="0">
              <a:schemeClr val="accent2">
                <a:hueOff val="1907789"/>
                <a:satOff val="-43528"/>
                <a:lumOff val="16079"/>
                <a:alphaOff val="0"/>
                <a:shade val="85000"/>
                <a:satMod val="130000"/>
              </a:schemeClr>
            </a:gs>
            <a:gs pos="34000">
              <a:schemeClr val="accent2">
                <a:hueOff val="1907789"/>
                <a:satOff val="-43528"/>
                <a:lumOff val="16079"/>
                <a:alphaOff val="0"/>
                <a:shade val="87000"/>
                <a:satMod val="125000"/>
              </a:schemeClr>
            </a:gs>
            <a:gs pos="70000">
              <a:schemeClr val="accent2">
                <a:hueOff val="1907789"/>
                <a:satOff val="-43528"/>
                <a:lumOff val="16079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1907789"/>
                <a:satOff val="-43528"/>
                <a:lumOff val="16079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0" kern="1200"/>
            <a:t>&gt;&gt;&gt; print(item2)</a:t>
          </a:r>
          <a:endParaRPr lang="en-US" sz="5000" kern="1200"/>
        </a:p>
      </dsp:txBody>
      <dsp:txXfrm>
        <a:off x="58543" y="4298749"/>
        <a:ext cx="6680589" cy="10821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6:47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0 383 10417,'6'1'166,"-5"0"-124,-1-1 1,0 0-1,1 0 1,-1 0 0,0 1-1,1-1 1,-1 0-1,0 0 1,1 0-1,-1 0 1,0 0-1,1 0 1,-1 0 0,1 0-1,-1 0 1,0 0-1,1 0 1,-1 0-1,0 0 1,1 0-1,-1 0 1,1 0 0,-1 0-1,0 0 1,1-1-1,-1 1 1,0 0-1,1 0 1,-1 0 0,0-1-1,0 1 1,1 0-1,-1 0 1,0-1-1,0 1 1,1 0-1,-1-1 1,0 1 0,0 0-1,0-1 1,1 1-1,-1 0 1,0-1-1,0 1 1,0 0-1,0-1 1,0 1 0,0-1-1,0 1 1,0 0-1,0-1 1,0 1-1,0 0 1,0-1 0,0 1-1,0-1 1,0 0-1,0-157 3123,0 154-3146,1 0-1,-1 0 1,1 0 0,1 0-1,-1 0 1,0 1 0,1-1-1,0 1 1,-1-1-1,4-3 1,26-35 158,-25 35-119,4-6 95,1 0 1,0 1 0,1 1-1,1 0 1,15-11-1,-20 17-144,0 0 0,1 0 0,-1 1-1,1 0 1,0 1 0,0 0-1,1 0 1,-1 1 0,0 0-1,13 0 1,51 0-10,-64 3 7,-1-1-1,1 1 1,-1 1-1,0 0 1,0 0-1,12 5 1,18 11-8,-2 1 1,-1 2-1,47 35 1,-59-37 20,0 1 0,-2 0 1,0 2-1,-1 0 1,23 36-1,-37-49 15,-1 1-1,5 12 1,3 6-1594,-13-28 1290,0 1 0,1-1-1,-1 0 1,0 1 0,0-1 0,1 0-1,-1 0 1,0 1 0,1-1 0,-1 0-1,0 0 1,1 1 0,-1-1 0,1 0-1,-1 0 1,0 0 0,1 0 0,-1 0-1,1 0 1,-1 0 0,0 0 0,1 0-1,-1 0 1,1 0 0,-1 0 0,0 0 0,1 0-1,-1 0 1,1 0 0,-1 0 0,0 0-1,1 0 1,-1-1 0,1 1 0,-1 0-1,0 0 1,1 0 0,-1-1 0,7-9-2509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6:47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518 74 12733,'0'-7'24,"0"7"27,0-1 0,0 0 0,0 0 0,0 1 0,0-1 0,0 0 0,0 0 0,0 1 0,0-1 0,0 0 0,0 0 0,-1 1 0,1-1 0,-1-1 0,0 2 49,0-1 0,0 1 1,0-1-1,0 1 0,0 0 0,0 0 1,0-1-1,0 1 0,0 0 0,0 0 1,0 0-1,0 0 0,-1 0 0,-1 4-15,1-1-1,-1 1 0,1-1 0,0 1 0,0 0 1,1 0-1,-3 7 0,3-8-56,-10 31 49,2 0-1,-9 68 1,0 0 180,15-89-203,1 1 21,-1-1 1,-1 1-1,0-1 0,-1 0 0,-8 15 1,13-27-49,-1-1 1,1 1 0,0-1 0,-1 1 0,1 0 0,0-1 0,-1 1 0,1-1 0,0 1 0,-1-1 0,1 1 0,-1-1 0,1 1 0,-1-1 0,0 1 0,1-1 0,-1 0-1,1 1 1,-1-1 0,0 0 0,1 0 0,-1 1 0,0-1 0,1 0 0,-1 0 0,0 0 0,1 0 0,-1 0 0,0 0 0,1 0 0,-1 0 0,0 0 0,1 0 0,-1 0 0,0 0-1,1-1 1,-1 1 0,0 0 0,1 0 0,-1-1 0,1 1 0,-1-1 0,0 1 0,1 0 0,-1-1 0,1 1 0,-1-1 0,1 1 0,-1-1 0,1 1 0,0-1 0,-1 1-1,1-1 1,-1-1 0,-12-13 615,-1 0 0,0 1 0,-32-25 0,13 13 84,-136-138 2734,140 138-2952,19 18-341,1-1 1,-12-13 0,21 22-170,0 0-1,0 0 1,-1 0 0,1-1-1,0 1 1,0 0 0,0 0-1,0-1 1,-1 1 0,1 0-1,0 0 1,0-1 0,0 1-1,0 0 1,0-1 0,0 1-1,0 0 1,0-1 0,0 1-1,0 0 1,0 0 0,0-1-1,0 1 1,0 0 0,0-1-1,0 1 1,0 0-1,0 0 1,1-1 0,-1 1-1,0 0 1,0 0 0,0-1-1,0 1 1,1 0 0,-1 0-1,0-1 1,0 1 0,0 0-1,1 0 1,-1 0 0,0-1-1,0 1 1,1 0 0,-1 0-1,1 0 1,16-6-102,-11 5 68,22-8-299,69-24-1617,-33 9-3427,-61 23 5023,1-1 0,-1 1 0,0-1 0,-1 0 0,1 1 0,0-1-1,0-1 1,-1 1 0,3-3 0,-4 4-328,0 0 1,0-1-1,0 1 0,0 0 0,-1-1 0,1 1 0,0-1 1,-1 1-1,0-1 0,1 1 0,-1-1 0,0 1 0,1-1 1,-1-1-1,0-3-1683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6:49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355 148 8349,'0'-1'75,"-1"0"0,0 1 1,0-1-1,0 1 0,1-1 0,-1 0 1,0 1-1,0-1 0,0 1 1,0 0-1,0-1 0,-2 1 0,3 0-25,-1 0 0,1 0 0,-1 0 0,1 0 0,-1 0 0,1 1 0,-1-1 0,1 0 0,0 0 0,-1 1 0,1-1 0,-1 0 0,1 1 0,0-1 0,-1 0 0,1 1 0,-1-1 0,1 0 0,0 1 0,0-1 0,-1 1 0,1-1-1,0 1 1,0-1 0,0 1 0,-1 0 0,-6 13 526,0 0-1,-1-1 0,-1 0 1,-16 18-1,-45 44 706,66-71-1200,-78 71 620,48-46-606,-51 57 1,84-82-165,7-3 38,9-3-12,36-32-85,-19 16 81,-1-1 1,-1-2-1,-1 0 0,0-3 1,-2 0-1,36-42 0,140-189 511,-198 249-436,-4 5-15,1-1 0,-1 0-1,1 0 1,-1 0-1,0 0 1,1 0 0,0-3-1,-2 5 154,0 20 277,0-15-330,-1 0 0,0 0 1,0 0-1,-2 7 0,1-7-29,1 0-1,0 0 1,0 1 0,-1 8 0,2 129 439,1-136-516,0 0 0,1 0-1,-1-1 1,1 1 0,1-1 0,-1 1 0,7 10-1,3 10-45,-5-9 55,1 0-1,1-1 1,1 0-1,0 0 0,2-1 1,-1 0-1,28 27 1,0-7 89,-39-36 6,0 0 1,0 0-1,0 0 1,0 0-1,1 0 0,-1 1 1,0-1-1,0 0 1,0 0-1,0 0 0,1 0 1,-1 1-1,0-1 0,0 0 1,0 0-1,0 0 1,0 1-1,0-1 0,0 0 1,0 0-1,0 0 1,0 1-1,0-1 0,0 0 1,0 0-1,0 0 1,0 1-1,0-1 0,0 0 1,0 0-1,0 0 0,0 1 1,0-1-1,0 0 1,0 0-1,0 0 0,0 1 1,0-1-1,0 0 1,-1 0-1,1 0 0,0 1 1,0-1-1,0 0 1,0 0-1,0 0 0,-1 0 1,1 0-1,0 1 0,0-1 1,0 0-1,-1 0 1,1 0-1,0 0 0,0 0 1,0 0-1,-1 0 1,1 0-1,0 0 0,-14 2 1471,-93-2 531,101 0-1931,0 1 1,1 0 0,-1 1-1,-10 3 1,6-1 53,7-3-199,0 1 0,0-1 1,0 0-1,0 0 1,0 0-1,-1-1 1,1 1-1,-6-1 1,8 0 98,-17-1-4956,14-2 4801,-1-1 1,1 0-1,-1 1 1,-4-7-1,-11-9-28,4 7 71,-1 2 0,0 0 0,0 1 0,-1 0 1,-35-11-1,-98-17-1319,93 25-1424,51 10-1354,21-2-5747,-5 2 7864,4-2-765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6:50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57 714 8817,'-10'1'784,"0"0"0,-17 0 0,17-1 856,11-13-789,2 9-692,0 0 1,0 0-1,0 1 1,1-1-1,-1 1 1,1-1-1,0 1 1,7-5-1,1-1 23,41-33 332,-2-2 0,61-69-1,-37 21 0,83-88 393,-136 158-731,1 2 0,0 0 0,2 2 0,0 0 0,49-24-1,-55 34-57,1 0-1,0 2 0,1 0 0,0 1 0,37-4 1,108 4 113,-128 6-247,-25-1 13,-1 1 0,1 1 0,-1 0 1,1 1-1,-1 1 0,0 0 0,0 0 0,0 1 0,0 1 0,19 12 0,-6-1 26,-1 1 0,-1 1-1,31 32 1,-8 0 468,-1 1 1,-3 3-1,-3 1 0,54 100 0,-54-75-295,13 23-1215,-42-91-1142,-4-7-1166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6:51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534 110 7445,'1'-5'697,"0"0"1,0 0-1,0 1 1,0-1-1,-1-8 1,0 12-617,-1 1 1,1-1 0,-1 1-1,1-1 1,-1 1-1,1 0 1,-1-1 0,0 1-1,1 0 1,-1-1-1,1 1 1,-1 0 0,0-1-1,1 1 1,-1 0-1,0 0 1,1 0 0,-1 0-1,0 0 1,1 0-1,-1 0 1,0 0 0,1 0-1,-2 0 1,-18 2 1023,13 3-955,1 1 0,-1 0 0,1 0 0,-8 10 0,-4 4-24,-43 41 819,-2-3 0,-81 58 0,126-104-691,4-1 231,-31 16-1,51-26 1252,6-3-1811,-7-3 67,0 1 0,0-1 0,0 0 0,-1 0 0,0 0 1,5-8-1,3-3-4,224-261 174,-212 251 792,31-24-1,-55 50-911,1 1 1,-1-1-1,0 0 1,1 0-1,-1 1 0,0-1 1,1 1-1,-1-1 0,0 0 1,0 1-1,0-1 0,1 0 1,-1 1-1,0-1 0,0 1 1,0-1-1,0 1 0,0-1 1,0 1-1,0-1 1,0 0-1,0 1 0,0-1 1,0 1-1,0-1 0,0 1 1,0-1-1,0 1 0,0 22 420,0-21-366,0 15 73,-1-5-131,1 0 0,1 0 1,0 1-1,0-1 0,7 22 0,17 46 55,18 49-48,10-23 24,-21-45 22,-31-60 12,-1 1 1,1 0-1,0-1 0,-1 1 1,0 0-1,1-1 1,-1 1-1,0 0 0,0-1 1,0 3-1,0-3 467,-6-1-326,-1-1 0,1 0 1,-1 0-1,1 0 0,-1-1 1,1 0-1,0 0 0,-12-7 1,2 2 120,-185-74 1577,55 24-3087,3-6-5710,139 61 6255,-8-4-1304,0 0-1,-11-8 1,21 13 1318,0 0-1,0-1 1,0 1 0,1 0-1,-1-1 1,0 0 0,1 1 0,-1-1-1,1 0 1,0 0 0,-1 0 0,1 0-1,0 0 1,0 0 0,0 0 0,0 0-1,1-1 1,-1 1 0,0-3 0,1-5-2939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7:16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1107 121 8697,'-5'0'41,"-31"-1"437,1 2 1,-64 11 0,32 2-43,0 4 0,1 2 0,-79 36 0,111-40-294,1 1 1,1 2-1,1 1 0,0 2 1,2 1-1,0 1 1,-42 48-1,39-34-17,3 2-1,1 1 0,2 1 1,2 1-1,-25 61 1,26-45-205,2 2 0,4 0 1,-18 106-1,29-121-206,2 0-1,2 1 1,2-1-1,1 1 1,3-1 0,20 90-1,-16-103 192,2-1 0,2 0-1,1-1 1,1-1 0,1 0-1,2-1 1,1 0 0,1-2-1,1 0 1,34 33 0,-28-34 89,2-2 1,1-1 0,1-1 0,1-1 0,0-2 0,2-1 0,0-2 0,1-1-1,0-1 1,1-3 0,1 0 0,0-2 0,0-2 0,0-2 0,44 2 0,-28-4 38,1-3 1,0-2 0,0-3 0,60-12 0,9-13 204,-1-6 0,-3-5 0,-1-5 0,-2-5 0,141-85-1,-194 98-80,-1-3 1,-2-3-1,-2-2 0,-2-3 0,77-88 0,-104 103-184,-2-2 1,-1 0-1,-1-2 1,-3 0-1,-1-2 0,-1 0 1,-3-1-1,-1 0 1,-2-2-1,11-67 0,-17 62-81,-3 0-1,-1 1 0,-3-1 1,-6-50-1,2 71 177,-1-1-1,-1 1 1,-2 0 0,-1 0-1,0 1 1,-3 0-1,0 1 1,-1 0 0,-1 1-1,-2 0 1,0 2-1,-1 0 1,-2 0 0,0 2-1,-1 0 1,-1 1-1,-1 2 1,0 0 0,-36-20-1,17 17-34,0 1 0,-1 2 0,-1 2 0,-47-10-1,2 7-951,-95-8 0,-71 18-5258,207 8 4199,-8 0-142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7:18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1280 372 10073,'-36'1'166,"-1"2"0,1 2 0,0 1 1,1 2-1,0 1 0,0 2 0,1 1 0,0 2 0,-55 32 1,36-14 174,1 3 0,1 2 1,3 2-1,-81 83 0,53-39-176,4 3 0,4 2 0,4 4 0,4 2 0,-49 106 0,88-157-206,-21 71 0,35-90-12,1 0 0,1 1 0,1 0 0,0 42 0,3-38-18,0-9 32,1 1 0,1 0 0,1-1 1,1 1-1,0-1 0,8 23 0,-4-23 27,1-1 1,2 0-1,-1-1 0,2 0 0,1-1 1,17 21-1,-11-17 22,2-1 0,1 0 0,0-2 0,27 18 1,-6-10 42,1-1 1,0-3 0,2-1 0,0-3 0,53 15 0,1-7 87,1-4 0,171 14 0,207-20 310,-400-19-322,111-16 0,74-34 55,-173 30-134,-1-4 0,-1-4 0,83-42 0,-122 48-25,-1-1 0,-2-3 0,-1-1 0,-1-3 0,-2-1-1,58-60 1,-75 65-26,-2 0-1,-1-1 0,35-63 0,-45 70-6,-1-1 0,-1 0 0,-2-1 0,0 0 0,-1 0 0,4-38 0,-8-69-23,-3 88 24,-1 10 36,-2-1-1,-1 1 1,-1 0 0,-2 0-1,-2 1 1,-16-41 0,1 12-9,-3 1 0,-2 2 1,-4 1-1,-1 2 1,-3 1-1,-3 2 0,-2 1 1,-2 3-1,-2 1 0,-2 3 1,-2 1-1,-2 3 0,-1 2 1,-113-61-1,82 60-413,-2 3-1,-1 4 1,-117-27 0,77 31-3960,-231-21 0,281 45 1935,8 4 351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7:19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2324 555 8093,'-16'-20'15,"-2"1"-1,0 1 1,-2 0 0,0 2 0,0 0-1,-2 1 1,0 1 0,-29-13 0,-17-4 512,-113-36 1,124 49-209,0 2 1,-1 3-1,-1 2 1,0 3-1,-72-1 1,119 9-288,-102 3 237,91-1-223,0 1 1,1 1-1,-23 7 0,-9 7 68,1 2 0,1 2 0,-93 57 0,85-41 122,2 4 0,-90 84-1,80-57-36,2 3 0,5 2-1,2 3 1,-94 165 0,23 29-208,106-206-23,2 1 0,-18 90 0,34-116 27,2 1 0,0 58 0,4-83 28,0 0 0,2 0 0,0 1 1,1-1-1,0 0 0,1-1 1,1 1-1,1-1 0,0 0 0,1 0 1,15 24-1,-4-13 28,1-1 1,1 0-1,2-1 0,0-2 0,1 0 1,2-2-1,0 0 0,1-2 1,0 0-1,31 13 0,-8-7-17,1-2 0,1-3 0,0-2 0,2-2 0,57 9-1,89-4 39,1-17 14,-170-3-69,46-3 80,151-23-1,71-45 97,-6-35-42,-222 73-120,-1-2 1,70-48-1,-96 53-2,0-2 0,-3-2-1,69-74 1,-83 78 7,-2-1-1,-1-1 0,-1-2 1,-2 0-1,29-69 1,-37 72-9,-2-1 1,-1-1-1,-2 1 0,-1-1 1,-2-1-1,0 1 0,-3 0 1,-1-1-1,-6-49 1,1 45-33,-3 0 1,-1 0-1,-1 1 1,-2 1-1,-2 0 1,-1 1-1,-2 0 1,-22-33-1,7 20-17,-2 1 0,-2 1 1,-49-46-1,30 40 45,-121-88 1,73 72-558,-4 5 0,-211-90 0,58 55-2657,-5 21-3700,187 59 4533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7:28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41 345 11469,'-22'-144'1316,"21"136"-1152,0 3 33,0 0 0,0 0 0,0 0 0,0 1 0,-1-1 1,0 0-1,0 0 0,-5-6 879,9 35-744,0 1 0,11 46 0,3 19 238,-12-30-95,6 44 459,-6-57-441,-4-37-309,0-1 0,1 1 0,1 0 0,-1 0 0,1-1 0,1 1 0,0-1 0,5 12 0,-7-19-41,1 0 0,-1 0 0,1 0 0,0 0 0,-1 0 0,1 0 0,0-1 0,0 1 0,0-1 0,0 1 0,0-1 0,1 0 0,-1 0 0,0 0 0,1 0 0,-1 0 0,5 1 0,2-1 165,1 0 0,-1 0 0,14-1 0,-9-1-239,-6 1-29,-1-1-1,1 0 1,-1 0 0,0-1-1,1 0 1,-1-1 0,12-5 0,48-30 88,-52 29-95,49-32 78,87-74 1,46-65-55,32-61-242,-217 228-1633,24-23 0,-35 35 1022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7:29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17 414 8913,'0'-24'1580,"0"7"3940,0 20-5386,1 21 82,-1-9 25,0 1 0,-2 23 0,-1-27-81,1-3 39,1-1 1,-1 15-1,-5 70 1537,6-89-1539,2 0 1,-1 0-1,0 0 1,1 1-1,0-1 1,0 0-1,0 0 1,0 0-1,3 4 1,-3-6-40,0 0 0,1 0-1,0 1 1,-1-1 0,1 0 0,0 0 0,0-1 0,0 1-1,0 0 1,0-1 0,0 1 0,1-1 0,-1 0 0,0 0-1,6 2 1,0 0 25,1-1 0,0-1 0,1 1 0,-1-1 0,0-1 0,0 0 0,0 0 1,0-1-1,0 0 0,15-3 0,8-5-59,48-19 0,-65 22-66,662-307-39,-602 273-168,-2-4-1,90-70 1,-146 101 95,8-6-81,-1-2 0,24-25 0,-40 33-322,-8 12 253,0 1 0,0-1 0,1 1 0,-1-1 0,0 1 0,0 0 0,0-1 0,0 1 0,1-1 0,-1 1 0,0-1 0,0 1 0,0-1 0,0 1 0,0-1 0,0 1 0,-1-1 0,1 1 0,0-1 0,0 1-1,0-1 1,0 1 0,0-1 0,-1 1 0,1-1 0,0 1 0,0 0 0,-1-1 0,0 0 0,-3-2-687,3 2 653,0 0 0,0 1 0,-1-1 0,1 0 0,0 0 0,0 1 0,-1-1 0,1 1 0,-3-1 0,3 1-335,-1 0-1654,-6 1-3475,1 8 1954,3 0 1991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7:41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18179,'541'72'0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7:42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91 463 13393,'-4'6'199,"0"0"0,-1-1 1,0 0-1,0 0 0,-1 0 0,0-1 0,1 0 0,-1 0 0,-1 0 0,1-1 0,0 0 1,-1 0-1,-12 3 0,47-49 3206,7-13-2486,3 1-1,2 1 0,3 3 0,51-49 1,-77 83-866,2 2 1,0 0-1,1 0 1,0 2 0,1 1-1,1 0 1,0 2 0,25-9-1,-17 10 8,0 0-1,1 3 1,0 0-1,0 2 1,56 0-1,21 4 357,-99 0-360,-1 1 1,1 0-1,0 1 1,8 3-1,7 1 105,11 2 39,0 1 0,-1 1 0,0 2 0,-1 2 1,0 1-1,-1 1 0,35 25 0,-53-29 18,-1 0-1,0 0 1,0 2 0,13 18 0,7 8 224,-29-35 3723,-1 0-4310,1 0-4274,24-28-22154,-24 20 25349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7:43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287 200 8217,'2'-18'995,"-1"-23"-1,-1 32 1690,0 10-2135,-1 2-426,1 0 0,-1 0 0,0 0 0,0 0 0,0 0 0,0-1 1,0 1-1,-1 0 0,1-1 0,-1 1 0,0-1 0,1 0 1,-1 1-1,0-1 0,-1 0 0,-2 3 0,-11 12 188,-88 130 434,72-96 503,-74 87-1,102-135 393,3-5-606,4-11-302,11-25-1236,-11 30 786,59-203 176,-15-4 1986,-42 191-1987,-2 0 14,4 26-474,2 10 45,-5-4-19,1-1 0,10 10-1,320 273 424,-320-279-128,-1 1 0,-1 1 1,0 0-1,21 28 0,-33-40-240,0-1 0,-1 1 0,1 0 0,-1 0 0,1 0 0,-1 0 0,1 0 0,-1 0 1,0-1-1,1 1 0,-1 0 0,0 0 0,0 0 0,0 0 0,0 0 0,0 0 0,0 0 1,0 0-1,0 0 0,0 0 0,0 0 0,0 0 0,-1 0 0,1 0 0,0 0 0,-1 0 1,1 0-1,-1 0 0,1-1 0,-1 1 0,1 0 0,-1 0 0,1 0 0,-1-1 0,0 1 1,0 0-1,1-1 0,-1 1 0,0 0 0,0-1 0,0 1 0,1-1 0,-1 0 0,-2 1 1,-30 6-130,-1-2 0,-43 2 0,-69-6-4256,73-2-1693,70 1 5430,-1-1-1,1 1 1,-1 0 0,1-1-1,0 0 1,-1 0 0,1 0-1,0 0 1,0-1 0,0 1-1,-5-3 1,6 2-241,0 0 0,0 1 0,0-1 0,0 0 0,0 0 0,0 0 0,1 0 0,-1-1 0,-1-2 0,-1-5-2195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7:44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1074 9897,'-34'0'1241,"33"-1"-1152,1 1 0,-1 0 0,1-1 1,0 1-1,-1 0 0,1-1 0,-1 1 0,1 0 0,0-1 0,-1 1 0,1-1 0,0 1 0,-1-1 0,1 1 0,0-1 0,0 1 0,0-1 0,-1 1 0,1-1 0,0 0 0,0 1 0,0-1 0,0 1 0,0-1 0,0 1 0,0-2 0,-1-20 1703,2 18-1854,0 0 121,0 0 1,0 0-1,1 0 0,0 0 1,0 0-1,0 0 0,0 1 1,0-1-1,1 1 1,5-6-1,2-5 33,107-137 394,-26 35 140,-62 76-466,201-253 2211,-196 256-1973,2 1 0,1 2 0,1 2 0,2 1 0,61-35 0,-63 45-159,2 3 0,0 1-1,0 2 1,83-19 0,-62 22-79,0 4 0,117-2 0,-123 10-126,17-1 68,0 3 0,85 13 0,-24 12-38,-1 6 1,-2 5-1,-2 6 0,131 64 1,345 211 1307,-349-179-924,-183-101-423,318 166-536,-384-203 9,7 5 379,-3-6-5645,-12-14 2750,-3 4 1993,-1-1-1,-1 2 1,0-1-1,0 1 0,0 0 1,-10-8-1,15 14 711,-23-20-2673,-4 0 351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7:44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1588 10529,'-28'0'5160,"28"-2"-4980,1-1-161,-1 1 0,1-1 0,0 1 0,0 0 0,0-1 0,0 1 0,0 0-1,0 0 1,1-1 0,-1 1 0,1 0 0,-1 1 0,4-4 0,30-28 43,-22 22 12,17-19 280,0-2-1,-2-1 1,-1-1 0,-2-2-1,31-57 1,82-205 1421,-115 244-1365,15-37 196,63-139 563,-76 181-819,2 1 1,50-68-1,-58 93-265,0 1 1,2 1-1,0 1 1,1 1-1,39-27 1,-26 25-13,1 0 0,1 3 0,55-20 0,-29 16 46,92-17 0,63 4 227,238 17 703,-409 18-951,47 4 178,131 23 0,-150-16-181,675 121 329,-6 34-244,-536-119-193,1016 220 83,-938-201 468,522 193-1,62 141 409,-360-145-675,-421-205-2572,-79-47-7063,-4-8 4059,-2-14 73,-2 10 2041,0 1 917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7:45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519 238 10349,'-4'-3'111,"0"1"1,0 0-1,0 0 1,-1 0-1,1 0 1,-1 1-1,1 0 1,-1 0-1,1 0 1,-1 0-1,0 1 1,1 0-1,-1 0 1,0 0-1,1 0 1,-1 1-1,1 0 1,-1 0-1,0 0 1,1 1-1,0-1 1,-1 1-1,-6 4 1,9-5-37,-174 125 2956,131-89-2916,-70 70-1,103-95 178,0 0 0,-22 15 0,34-27-209,0 0-1,0 0 0,0 0 0,0 0 1,0 0-1,-1 0 0,1 0 1,0 0-1,0 0 0,0 0 0,0 0 1,0 0-1,-1 0 0,1 1 1,0-1-1,0 0 0,0 0 0,0 0 1,-1 0-1,1-1 0,0 1 1,0 0-1,0 0 0,0 0 1,0 0-1,-1 0 0,1 0 0,0 0 1,0 0-1,0 0 0,0 0 1,0 0-1,0 0 0,-1-1 0,1 1 1,0 0-1,0 0 0,0 0 1,0 0-1,0 0 0,0 0 0,0-1 1,0 1-1,-1 0 0,-1-11 1013,2 8-1014,0 0 1,0 0-1,0 0 0,0 0 1,1 0-1,0-5 0,23-31 406,-8 13-275,250-370 4110,-253 378-3962,-11 13-267,1 0 1,0 1-1,0 0 1,0 0-1,1 0 1,0 0-1,5-5 1,-6 49 807,28 33-258,-15-40-366,34 81 152,70 111 1,-95-185-411,-2-4 65,24 52 0,-44-76 403,-3-11-469,0-1-1,0 0 1,-1 1-1,1-1 1,0 0-1,0 1 1,0-1-1,0 0 1,0 0-1,0 1 0,-1-1 1,1 0-1,0 1 1,0-1-1,-1 0 1,1 0-1,0 0 1,0 1-1,-1-1 1,1 0-1,0 0 0,-1 1 1,-1-1 29,0 1 0,-1-1 0,1 0 0,0 0 0,-1 0 0,1 0 0,-5 0 0,-5-1-144,10 1 97,-1 0 0,1-1 0,0 1 0,0-1 0,0 1 0,0-1 0,0 0 0,0 0 0,-4-2 0,-14-4 0,-10 0-1324,-48-17 0,45 13-2965,-35-7 0,47 14 1817,-33-6-3861,17 7-1460,22 3 4986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7:48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87 9229,'12'-30'593,"-8"14"3252,-5 19-3706,0 1 1,0-1 0,0 1-1,-1-1 1,1 0-1,-1 0 1,0 0 0,0 0-1,0 0 1,0 0 0,-5 4-1,-6 11 178,-152 201 293,60-85-574,83-105-69,-19 38 1,38-58-250,6-7-508,-2-2 741,0-1 0,0 1-1,0-1 1,0 1 0,0-1 0,0 1 0,0-1-1,-1 1 1,1-1 0,0 0 0,0 1 0,-1-1-1,1 0 1,0-1 0,17-27-828,22-52 1,-26 50 1335,30-49 0,-13 33 859,-2 2-850,2 1 1,42-46-1,-64 81-422,38-38 1228,-43 43-548,0-1 1,0 1 0,0-1 0,-1 0 0,0 0 0,0 0 0,4-9 0,-7 14-700,0 4 67,0-1 1,0 1-1,0 0 0,0 0 0,1 0 0,0 0 0,0 0 1,0 0-1,0 0 0,3 4 0,110 229 538,-101-212-629,4 6 150,-2-1 0,-1 2 0,18 61-1,-30-84 47,-1 0 0,-1 0-1,0 12 1,0-8 281,0-13-453,0 1-1,-1 0 1,1-1-1,0 1 1,-1-1-1,1 1 0,-1-1 1,1 1-1,0-1 1,-1 1-1,1-1 1,-1 1-1,0-1 1,1 1-1,-1-1 1,1 0-1,-1 1 1,1-1-1,-1 0 1,0 0-1,1 0 1,-1 1-1,0-1 1,1 0-1,-1 0 1,0 0-1,-1 0 0,-22 2 155,0-1-162,16 0-56,0-1 1,0 0-1,0 0 1,1 0-1,-1-1 0,-9-2 1,-43-15-3345,56 16 2537,-1 0 1,1 0-1,0 0 1,0-1-1,0 1 1,0-1-1,0 0 1,0 0-1,1-1 1,-1 1-1,1-1 1,0 0-1,0 1 1,1-1-1,-1-1 1,1 1-1,-1 0 1,2 0-1,-1-1 1,0 1-1,1-1 1,-2-7-1,2 0-1448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23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226 217 8789,'4'-23'778,"0"0"0,-2 0 0,-1 0 1,-3-37-1,1 9 1603,1 51-2359,0-1 1,-1 0-1,1 1 1,0-1 0,-1 0-1,1 1 1,-1-1-1,1 0 1,-1 1-1,1-1 1,-1 1 0,0-1-1,1 1 1,-1 0-1,1-1 1,-1 1-1,0-1 1,0 1 0,1 0-1,-1 0 1,0-1-1,1 1 1,-1 0-1,0 0 1,0 0 0,1 0-1,-2 0 1,-23-2 159,23 2-175,-1-1 18,0 1 0,0 0 0,-1 0 0,1 1 1,0-1-1,0 0 0,-1 1 0,1 0 0,0 0 1,0 0-1,0 0 0,0 0 0,0 1 0,-4 2 0,-35 22 214,30-19-221,0 0 0,0 1 0,-18 16 0,27-21-29,0 0-1,1 0 1,-1 0 0,1 1 0,-1-1 0,1 1-1,0 0 1,0-1 0,1 1 0,-1 0 0,1 0-1,0 0 1,0 0 0,0 0 0,0 0 0,0 9-1,1-9-12,0 1 0,1 0 0,-1-1 0,1 1 0,0 0 0,0-1 0,0 1 0,0-1 0,1 0 0,0 1 0,0-1 0,0 0 0,0 0 0,1 0 0,0 0 0,3 3 0,5 6-14,0-1-1,0-1 1,2 0 0,-1 0 0,1-1 0,21 12-1,92 40 125,-116-56 89,-10-6-167,0 0 1,0 0-1,0 0 0,0 0 1,0 0-1,0 1 0,0-1 1,0 0-1,0 0 0,0 0 1,0 0-1,1 0 0,-1 0 1,0 0-1,0 1 0,0-1 1,0 0-1,0 0 0,0 0 1,0 0-1,-1 0 0,1 0 1,0 1-1,0-1 0,0 0 1,0 0-1,0 0 0,0 0 1,0 0-1,0 0 0,0 0 1,0 0-1,0 1 0,0-1 1,0 0-1,0 0 0,0 0 1,-1 0-1,1 0 0,0 0 1,0 0-1,0 0 0,-20 6 275,2-5-294,0 1 1,-20-3 0,12 1-158,23 0 142,1-1 1,0 1 0,-1 0-1,1-1 1,-1 1 0,1-1-1,0 0 1,-1 0 0,1 0-1,0 0 1,0 0 0,-3-3 0,-14-6-256,16 9 21,-1 0-1,1-1 1,-1 1-1,1-1 1,0 0-1,0 0 1,0-1-1,0 1 1,0-1-1,-3-3 0,5 4-401,-1 0-1,0-1 0,1 1 0,0-1 0,-1 0 1,1 1-1,0-1 0,0 0 0,1 0 0,-1 1 1,1-1-1,-1 0 0,1 0 0,0-3 0,0-6-1225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2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11297,'0'0'86,"0"0"0,1 0 0,-1 0 0,0 0 0,1 0-1,-1 0 1,0 0 0,1 0 0,-1 0 0,0 0 0,1 0 0,-1 0 0,0 1 0,1-1 0,-1 0-1,0 0 1,0 0 0,1 1 0,-1-1 0,0 0 0,0 0 0,1 1 0,-1-1 0,0 0 0,0 1-1,0-1 1,1 0 0,-1 0 0,0 1 0,0-1 0,0 14 1033,-1-11-1004,-1 1 1,1 0-1,-1-1 1,1 1-1,-3 3 0,1-2-32,0 0 0,1 0 0,0 0 0,0 0 0,0 0 0,-2 10 0,-4 13 144,6-18-207,-1-1 1,2 0-1,-1 1 0,2 0 1,-1-1-1,1 1 0,1 10 1,0 8-36,-1-26-4,1 0-1,-1 0 1,0 0 0,1 0-1,0 0 1,-1 0 0,1 0 0,0 0-1,0 0 1,0 0 0,0 0-1,0 0 1,1-1 0,-1 1 0,0 0-1,1-1 1,0 1 0,-1-1-1,1 0 1,3 3 0,-1-2-55,-1 0-1,1 0 1,-1-1 0,1 1-1,0-1 1,-1 0-1,1 0 1,0 0 0,0 0-1,7 0 1,-9-1 6,0 0-1,0-1 1,0 1 0,0 0 0,1-1-1,-1 1 1,0-1 0,0 0-1,0 1 1,0-1 0,0 0 0,0 0-1,2-2 1,0-1-209,0 1 1,0-1-1,6-9 0,-5 7 41,7-10 203,0-1 0,-1 0 0,-1-1 0,0 0 1,12-36-1,-19 41 1094,-2 10 293,-1 11-904,0-6-430,-1 0 0,1 0 0,0 0 0,-1 0 0,1 0 0,-1 0 0,0 0 0,0 0 0,1-1-1,-1 1 1,-2 2 0,-6 14 101,3 7-182,1 0-1,-3 49 0,7-20-5095,1-53 4939,0 0 1,1-1-1,-1 1 1,1 0-1,-1-1 0,0 1 1,1 0-1,-1-1 1,1 1-1,-1-1 0,1 1 1,0-1-1,-1 1 1,1-1-1,-1 1 0,1-1 1,0 1-1,-1-1 1,1 0-1,0 0 0,0 1 1,-1-1-1,1 0 1,0 0-1,0 0 0,-1 0 1,1 0-1,0 0 1,1 0-1,4 1-1917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24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12741,'2'8'373,"0"1"-1,0-1 1,-1 1-1,-1-1 1,1 1-1,-2-1 1,0 10-1,0 8 176,-5 100 3691,4 20-1353,3-81-2333,0-47-927,1 0 1,1 1-1,5 21 0,-1-9-1515,9 20-2459,-13-46 2825,-1-10 36,0-11 229,-2-223-7550,0 175 7105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24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3 131 11993,'-1'-31'291,"0"19"102,0 1-1,1-1 0,1 0 0,0 0 1,5-20-1,-6 31-357,0 1 0,0-1 0,0 1 0,1-1 0,-1 1 1,0 0-1,0-1 0,1 1 0,-1-1 0,0 1 0,1 0 0,-1-1 0,0 1 0,1 0 0,-1-1 1,0 1-1,1 0 0,-1 0 0,1-1 0,-1 1 0,1 0 0,-1 0 0,1 0 0,-1 0 0,1-1 1,-1 1-1,1 0 0,-1 0 0,0 0 0,1 0 0,-1 0 0,1 0 0,-1 0 0,1 0 0,-1 1 0,1-1 1,-1 0-1,2 0 0,-1 1 62,0-1-1,0 1 1,0-1 0,0 1 0,0 0 0,0 0-1,0-1 1,0 1 0,0 0 0,0 0 0,0 0 0,0 0-1,0 0 1,1 2 0,10 24 1876,-1 1 0,-1 0 1,10 46-1,5 91-243,-20 2-2082,-5-126-650,0-39 646,0 0-1,-1 0 0,1 1 0,-1-1 1,1 0-1,-1 0 0,0 0 0,0 0 1,0-1-1,0 1 0,0 0 0,0 0 1,-1 0-1,-1 1 0,3-3 230,0 0-1,0 0 0,0 1 1,0-1-1,0 0 0,0 0 1,-2 1-2682,2-1 2682,-1 0-1,1 0 0,0 0 1,0 0-1,0 0 0,0 0 1,0 0-1,0 0 0,-1 0 1,1 0-1,0 0 0,0 0 1,0 0-1,-1-1-1276,-1-10-2226,1-21 78,2 26 1853,-1-10-380,0-1 391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24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12337,'1'0'95,"0"0"0,-1 0 0,1 0-1,0 0 1,0 0 0,0 0 0,-1 0 0,1 0-1,0 0 1,0 1 0,-1-1 0,1 0 0,0 0-1,0 1 1,-1-1 0,1 0 0,0 1 0,-1-1-1,1 1 1,0-1 0,0 2 0,0-1 51,-1 1 0,1-1 0,-1 1 0,0-1 0,0 1 0,1-1 0,-1 0 0,0 1 0,0-1 0,-1 3 0,1 6-81,0-2 130,-1-6-158,1 0-1,0 1 1,0-1-1,0 0 1,0 0-1,0 1 1,0-1-1,1 0 1,-1 0-1,1 0 1,0 0-1,-1 1 1,1-1-1,0 0 1,0 0-1,0 0 1,0-1-1,1 1 1,-1 0-1,0 0 1,1-1 0,0 1-1,2 2 1,-1-2-84,1 1 0,0-1 1,-1 0-1,1 0 1,0-1-1,0 1 0,0-1 1,0 0-1,0 0 1,0 0-1,1 0 1,-1-1-1,0 1 0,0-1 1,8-1-1,-10 1 4,1-1 1,-1 0-1,0 1 0,1-1 1,-1 0-1,0 0 0,1 0 0,-1 0 1,0-1-1,0 1 0,0-1 0,0 1 1,0-1-1,3-3 0,26-33-482,-23 29 296,57-70-157,-64 79 404,-1 0 0,0 0 0,0-1-1,0 1 1,1 0 0,-1 0 0,0 0-1,0 0 1,0-1 0,1 1 0,-1 0-1,0 0 1,0 0 0,0-1 0,0 1-1,0 0 1,0 0 0,1-1 0,-1 1-1,0 0 1,0-1 0,0 1 0,0 0-1,0 0 1,0-1 0,0 1 0,0 0-1,0 0 1,0-1 0,0 1 0,0 0-1,0 0 1,-1-1 0,1 1 0,0 0-1,0 0 1,0-1 0,0 1 0,0 0-1,0 0 1,-1-1 0,1 1 0,0 0-1,0 0 1,0 0 0,-1 0 0,1-1-1,0 1 1,0 0 0,-1 0 0,1 0-1,0 0 1,0 0 0,-1 0 0,-16-1 336,11 1-406,6 1 50,-1-1 0,0 1 0,1 0 0,-1-1 0,0 1 0,1-1 0,-1 1 0,1 0 0,-1 0 0,1-1 0,-1 1 0,1 0 0,0 0 0,-1 0 0,1 0 0,0-1 0,0 1 0,0 0 0,0 0 0,0 0 0,0 1 0,-1 1-15,0 3-652,-1-1-1,2 1 0,-1 10 1,12-16-1471,-1 1 1072,-7-1 849,0 0 1,0 0-1,0 0 1,0 0-1,0 0 1,0 0-1,0-1 1,3 0-1,0-3 34,-5 4 167,0-1 1,-1 0-1,1 1 1,0-1 0,0 1-1,0 0 1,0-1 0,0 1-1,0 0 1,0-1-1,0 1 1,0 0 0,2 0-1,35-8 1130,-32 7-346,-4 1-347,0 0 0,0 0-1,0-1 1,1 1-1,-1 0 1,0 1-1,0-1 1,0 0-1,0 1 1,0-1-1,2 1 1,-2 2-284,-1-2-123,0 0-1,0 0 0,0 0 0,0 0 1,0 0-1,0 0 0,1 0 1,-1 0-1,0-1 0,0 1 0,0 0 1,1-1-1,-1 1 0,1-1 0,-1 1 1,0-1-1,1 0 0,-1 0 1,1 1-1,-1-1 0,0 0 0,1 0 1,1-1-1,9 1-9106,-8 0 6360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25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14997,'0'0'1027,"-11"0"2208,9 0-4313,-7 0 7285,6 0-6417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26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145 103 7245,'2'-6'896,"1"-1"0,-1 1 0,0-1 0,0 0 0,-1 0-1,0 1 1,0-1 0,-1 0 0,0 0 0,0-9 0,0 5-434,0 10-320,-1 1 0,1 0 0,0-1 0,0 1 0,0-1 0,0 1 0,-1 0 0,1-1 0,0 1 0,0-1 0,-1 1 0,1 0 0,0-1 1,-1 1-1,1 0 0,0-1 0,-1 1 0,1 0 0,0 0 0,-1 0 0,1-1 0,-1 1 0,1 0 0,-1 0 0,1 0 0,0 0 0,-1 0 0,1-1 1,-1 1-1,0 0 0,0 0 25,0 0 0,0 0 0,0 0 0,1 0 0,-1 0 0,0 0 1,0 0-1,0 0 0,0 1 0,0-1 0,0 0 0,0 0 0,1 1 1,-1-1-1,0 1 0,-1 0 0,-2 3 243,1 1 0,-1 0 0,1 1 0,0-1 0,1 0 0,-4 8 0,1 0 166,-15 31 1310,-24 80 0,33-84-1738,2 1 1,2 0-1,2 0 1,-1 59-1,6-87-144,1-1 0,0 0 0,1 0 0,0 0 0,5 16 0,-5-22-314,0 0 0,1 0 0,0 0 0,0-1 0,0 1 0,1-1 0,0 1 0,0-1 0,0 0 0,1-1 0,7 8 0,-8-10-363,-1 0 0,1 1 0,-1-1-1,1 0 1,0-1 0,0 1-1,0-1 1,0 0 0,5 1 0,3 0-1768,-1-1 1,13-1-1,-22 0 2156,0 0 0,0-1-1,0 1 1,0-1-1,0 1 1,0-1 0,0 0-1,0 0 1,0 0-1,0 0 1,-1 0 0,1 0-1,-1 0 1,4-3-1,20-25-3688,-17 19 2352,8-11-659,-2-4 550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26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18 12181,'0'-17'4549,"0"19"-3489,0 16 1511,0 2-1059,0-1-1,1 1 1,5 20 0,9 32 35,-4 1 0,5 144 0,-16-195-1605,1-15-134,0 0-1,-1 0 1,0 0-1,-1 0 1,1 0 0,-1-1-1,-1 1 1,1 0-1,-1-1 1,-3 9 0,-2-3-594,-12 20-4109,18-31 4079,0 1 0,0 0-1,0-1 1,-1 1 0,1-1 0,-1 1 0,1-1-1,-1 0 1,1 0 0,-1 0 0,0 0-1,1 0 1,-5 2 0,4-3-1365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26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15917,'1'-1'352,"0"1"-1,0 0 0,0 0 0,0 0 1,0 0-1,0 0 0,0 0 0,0 1 0,0-1 1,0 0-1,1 1 0,-1-1 0,0 0 0,0 1 1,-1-1-1,1 1 0,0-1 0,0 1 0,0 0 1,0-1-1,1 2 0,-1 0 558,-1 0-1,1 1 0,-1-1 1,1 0-1,-1 0 1,0 0-1,0 0 1,0 0-1,0 4 1,0 1-871,0-5-61,0 0-1,0 0 1,0-1-1,0 1 1,0 0-1,0 0 1,0 0 0,1 0-1,-1 0 1,1-1-1,0 1 1,-1 0-1,2 2 1,-1 5-6646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27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252 563 7965,'3'-6'645,"1"-1"-1,-1 1 1,0-1 0,-1 1 0,1-1-1,-1 0 1,-1 0 0,1 0 0,-1 0 0,-1 0-1,1 0 1,-1-10 0,-1 16-443,0 0-1,0 1 1,0-1 0,0 0-1,0 1 1,0-1 0,0 1-1,0 0 1,0-1 0,0 1-1,0 0 1,0 0 0,0-1-1,0 1 1,0 0 0,0 0-1,0 0 1,0 0 0,-2 1-1,-26 1 3419,10 6-3026,1 2-1,1 0 1,0 0-1,-30 25 1,34-25-555,1 1-1,0 0 1,1 0 0,-15 20 0,21-25-344,1 0 0,1 0-1,-1 0 1,1 1 0,0-1 0,1 1 0,0 0 0,0 0-1,0 0 1,1 0 0,0 0 0,-1 11 0,2-16-2,0 0 1,0 0 0,0-1-1,1 1 1,-1 0 0,0 0-1,0-1 1,1 1-1,0 0 1,-1 0 0,1-1-1,0 1 1,1 2 0,0-3 82,-1 1 1,1-1 0,0 1 0,0-1 0,0 0 0,0 0-1,0 1 1,0-2 0,0 1 0,3 1 0,2 0-167,0 0-1,0 0 1,0-1 0,1 0-1,-1 0 1,0 0 0,0-1-1,1-1 1,-1 1 0,0-1-1,1 0 1,-1-1 0,0 1-1,0-2 1,0 1 0,-1-1-1,1 0 1,0 0 0,-1-1-1,7-4 1,16-13-188,-1-2 0,-1 0-1,31-36 1,-27 28 2630,-29 29-1639,13-11 949,-3 8 4900,-21 18-3754,-22 26 3278,25-32-5487,-1-1 1,1 2-1,1-1 0,-1 1 0,2 0 1,-1 0-1,1 0 0,0 1 0,-5 14 1,9-16-395,-1-1 1,1 1-1,0 10 1,1-2-1012,-1-14 986,0 0 1,0-1-1,0 1 1,1-1-1,-1 1 1,0 0-1,1-1 0,-1 1 1,0-1-1,1 1 1,-1-1-1,1 1 0,-1-1 1,1 0-1,-1 1 1,1-1-1,-1 0 1,1 1-1,-1-1 0,1 0 1,-1 1-1,1-1 1,0 0-1,-1 0 1,1 0-1,-1 0 0,1 1 1,0-1-1,-1 0 1,2 0-1,24 0-3936,-20 0 3414,-5 0 547,1 0 0,0-1 0,0 1 0,-1-1 0,1 1 1,0-1-1,-1 0 0,1 0 0,-1 0 0,1 0 0,-1 0 0,1 0 1,1-3-1,21-22-218,-9 10 159,-10 11 214,-3 2 0,1 1 1,-1-1-1,0 1 0,1 0 1,0-1-1,-1 1 1,1 1-1,0-1 0,0 0 1,0 1-1,0-1 1,0 1-1,0 0 0,1 0 1,-1 0-1,4 0 819,-6 8 140,-2 1 0,1 0 1,-1-1-1,0 1 0,-3 10 0,3-13-978,0-1 0,1 1 0,-1-1 0,1 1 0,0-1 0,1 6 0,-1 3-246,0-13-242,9-8-3994,-7 6 4069,13-17-339,0-1 1,-1 0-1,-2-1 0,0-1 0,14-34 1,35-121-2915,-37 100 2620,36-90 2137,1 1 3608,-58 150-2988,-9 23 2071,-10 25 198,5-3-3128,0 1 0,2 0 0,2 1 0,-6 41 0,6-7-677,3 69 0,3-90-316,0-24-279,0 1-1,2-1 0,3 21 0,-3-36-83,0-1 0,0 1-1,1-1 1,0 1 0,0-1-1,0 1 1,0-1 0,1 0-1,0 0 1,3 4 0,-5-7 254,0 0 0,0 0 1,0 0-1,-1-1 0,1 1 1,0 0-1,0 0 0,1-1 0,-1 1 1,0-1-1,0 1 0,0-1 1,0 1-1,0-1 0,1 1 1,-1-1-1,0 0 0,0 0 1,1 0-1,-1 0 0,0 0 1,0 0-1,1 0 0,-1 0 1,0 0-1,0-1 0,0 1 1,1 0-1,-1-1 0,0 1 0,0-1 1,0 0-1,0 1 0,0-1 1,0 0-1,0 1 0,0-1 1,0 0-1,0 0 0,0 0 1,0 0-1,0-1 0,12-13-1582,-2 0 1,0-1-1,0 0 0,-1 0 0,7-20 0,2-11-449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27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0 14677,'0'2'270,"0"2"-158,-1-1 0,0 1 0,0 0 0,0-1 0,0 0-1,-1 1 1,1-1 0,-1 0 0,-3 5 0,-4 9 396,-14 35 1886,1 0 1,-19 79-1,31-88-2396,1 0 1,3 1-1,-2 76 1,8 55-7373,0-165 6398,1 1-1,0-1 1,1 1 0,5 17-1,9 17-5294,-9-28 3475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28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9 16618,'-5'-4'515,"5"3"-338,-1 1 0,1-1 1,0 1-1,-1 0 1,1-1-1,-1 1 0,0 0 1,1-1-1,-1 1 1,1 0-1,-1 0 0,1 0 1,-1-1-1,0 1 1,1 0-1,-1 0 0,1 0 1,-1 0-1,-2 0 3100,12 0-875,3 1-2154,0 0 1,0 1-1,-1 0 0,1 1 0,14 6 0,16 3-1912,-34-10 420,0-1-1,1 1 0,10-1 1,60 3-17925,-70-4 17593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28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12 10873,'1'-10'2438,"-6"9"1402,4 1-3533,0 0 1,0 1 0,0-1-1,0 1 1,0 0-1,0-1 1,0 1-1,0 0 1,0-1 0,0 1-1,1 0 1,-2 2-1,-4 5 691,2 1 1,-1-1-1,1 2 0,1-1 0,-1 0 0,2 1 1,-4 17-1,-3 69 221,9-96-1216,-1 91-177,1-90 112,1-1 0,-1 1-1,0 0 1,0-1-1,1 1 1,-1-1 0,0 1-1,1-1 1,-1 1-1,1-1 1,-1 1 0,0-1-1,1 1 1,-1-1-1,1 1 1,0-1-1,-1 0 1,1 1 0,-1-1-1,1 0 1,-1 0-1,1 1 1,0-1 0,-1 0-1,1 0 1,0 0-1,-1 0 1,1 0 0,0 0-1,0 0 1,1 1-129,0-1 0,-1 0 0,1 0 0,0 0 0,0 0 0,-1-1 0,1 1 0,0 0 0,-1-1 1,1 1-1,2-2 0,3-3-528,-1-1 1,0 0-1,0 0 1,6-10 0,3-2-1047,47-61-2242,-36 45 4860,29-30 0,-53 61-277,8-5 1151,-4 6 4186,-6 21-4836,0 13-500,0-31-644,2-1-2164,-1 0 2117,0 0 0,-1 0-1,1 0 1,-1 0 0,1 0 0,0 0 0,-1 0 0,1 0-1,-1 0 1,1-1 0,0 1 0,-1 0 0,1 0 0,-1-1 0,1 1-1,-1 0 1,1-1 0,-1 1 0,2-1 0,12-13-1946,-7 7 471,27-17-1508,22-3 2661,-53 26 540,1 0 1,-1 1-1,1-1 1,-1 0-1,1 1 1,0 0-1,-1 0 1,5 0-1,3 1 1373,-11-1-1325,1 1 0,0-1 0,0 1 0,-1 0 0,1-1 0,0 1 0,-1 0 0,1 0 0,-1-1 0,1 1 0,-1 0 0,1 0 0,-1 0 0,1 0 0,-1-1 0,0 1 0,0 0 0,1 0 0,-1 0 0,0 0 0,0 0 0,0 1 0,3 25 2360,-3 8-1960,0-28-4201,0 1-3633,14-10 2887,11-26 1087,-21 23 3312,0 0 0,0 0-1,0 0 1,0 1 0,1 0 0,0 0-1,0 0 1,8-4 0,-12 7 221,-1 1 1,1-1-1,0 1 1,0-1-1,-1 1 0,1 0 1,0 0-1,0-1 1,0 1-1,0 0 0,-1 0 1,1 0-1,0 0 1,0 0-1,0 0 1,0 0-1,0 0 0,-1 1 1,1-1-1,0 0 1,0 0-1,0 1 0,0-1 1,1 1-1,-2 0-61,1 0-1,0 0 1,-1 0-1,1 0 1,-1 0-1,0-1 0,1 1 1,-1 1-1,0-1 1,1 0-1,-1 0 1,0 0-1,0 0 1,0 0-1,0 0 1,0 2-1,-1 4 652,0 1-1,0 0 1,-5 13-1,4-12 59,-7 13 1217,6-15-1661,1 1 0,-1 0 0,1 0-1,1 0 1,-1 0 0,1 0 0,1 0 0,0 13-1,0 29-145,0-49-326,0 0 0,0 0 0,0 1 0,1-1 0,-1 0 0,0 0 0,1 0 0,-1 0-1,1 0 1,-1 0 0,1 0 0,-1 0 0,1 0 0,0 0 0,0-1 0,-1 1 0,1 0 0,0 0 0,0-1 0,0 1 0,0 0 0,0-1 0,0 1 0,0-1-1,0 1 1,0-1 0,0 0 0,0 1 0,0-1 0,0 0 0,2 1 0,5 0-847,0 0 0,0-1 0,12 0 0,-11 0-145,-5-1 797,0 1 0,0-1 0,0 0 0,0 0 0,0 0 0,-1-1 1,1 1-1,0-1 0,-1 0 0,1 0 0,3-4 0,8-5-321,14-14 1,-26 22 447,17-18-373,0-1 0,-2-1 0,-1-1 0,22-38 0,-37 59 560,2-3 246,-1 0 0,1 0 0,-1 0 1,-1 0-1,1-1 0,-1 1 0,0-1 0,0 1 0,1-9 0,-3 14-247,-1 1 0,1 0-1,0-1 1,0 1 0,0 0 0,-1-1-1,1 1 1,0 0 0,0 0 0,-1-1-1,1 1 1,0 0 0,0 0 0,-1 0 0,1-1-1,0 1 1,-1 0 0,1 0 0,0 0-1,-1 0 1,1 0 0,0 0 0,-1 0-1,1 0 1,0 0 0,-1 0 0,1 0-1,-1 0 1,1 0 0,0 0 0,-1 0-1,-14 2 2095,11 0-1621,-1 1 0,1 0 0,-1 0-1,1 0 1,0 0 0,0 1 0,0-1 0,-5 8-1,-25 35 1316,24-30-1548,0 0 0,1 1 1,-9 21-1,14-27-448,1 0-1,0 0 1,0 1 0,1-1-1,1 0 1,-1 18 0,2-20-163,0-5-264,0-1 0,0 1-1,0 0 1,1-1 0,-1 1 0,2 5 0,-1-7 220,0-1-1,0 1 1,0-1-1,0 1 0,0-1 1,0 0-1,0 1 1,1-1-1,-1 0 1,0 0-1,1 0 1,-1 0-1,1 0 0,-1 0 1,1 0-1,2 0 1,1 1-432,-1-1 0,1 0 1,0 0-1,-1 0 0,1 0 1,0-1-1,-1 0 0,1 0 1,0 0-1,0-1 0,-1 0 1,1 1-1,0-2 0,-1 1 1,1 0-1,-1-1 0,9-4 1,11-10-1721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29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 14109,'-2'0'58,"0"0"1,1 0-1,-1 0 0,0 0 0,1 0 0,-1 1 0,0-1 0,1 1 0,-1-1 0,1 1 0,-1 0 1,1-1-1,-1 1 0,-1 1 0,0 1 75,1-1 0,0 1 0,0 0 1,0-1-1,-3 6 0,2-3-11,-3 6 817,0 1 0,1 1 0,0-1 0,1 1 0,0 0 0,1 0 0,1 0 0,-2 21 0,0 1 743,-1 14 877,3 94 1,3-75-1695,-1-42-856,0 246 5,0-91-5471,0-175 4536,-1 1 0,0-1 0,0 0 1,0 0-1,-1 0 0,1 0 0,-1 0 0,-1 0 0,-3 7 0,4-9-183,-1-1-1,1 1 0,0-1 1,-1 0-1,0 0 0,0 0 1,0 0-1,0 0 1,-5 2-1,-2 1-2281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30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2 10749,'-1'0'207,"0"0"0,0-1 0,1 1 1,-1 0-1,0 0 0,0-1 0,0 1 0,1 0 0,-1 0 0,0 0 1,0 0-1,0 0 0,1 0 0,-2 1 0,0-1 164,0 0-284,0 0 1,-1 1-1,1-1 1,0 1 0,0 0-1,-1 0 1,1 0-1,0 0 1,0 0 0,0 0-1,0 1 1,0-1-1,-2 3 1,-25 25 208,21-20-198,-24 25 106,2 1-1,2 2 0,1 1 0,2 1 1,2 1-1,-34 81 0,54-109-339,0 0-1,0 1 1,1 0 0,1 0-1,0 0 1,1 19-1,0-15-57,1-8-109,-1-1-1,1 1 1,1-1 0,-1 1-1,2-1 1,-1 0 0,1 0 0,0 0-1,1 0 1,6 11 0,-3-8-757,0-2 1,0 1-1,1-1 1,1 0-1,-1 0 1,20 14-1,10 2-1788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35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1314 1 8969,'-60'14'236,"1"4"1,-74 31-1,99-33-73,1 1-1,1 2 1,0 1-1,1 1 1,-29 28-1,17-10 157,3 3 0,1 2 0,-56 83 0,-76 161 772,64-85-665,-128 344-1,207-466-248,4 2 1,-14 94-1,29-119 44,3 0 1,2 1-1,3-1 1,7 61-1,-1-80-149,2 0 0,2-1 0,2 0 0,1 0 0,1-1 0,3-1-1,22 39 1,-12-30-60,2-1 0,2-2 0,1-1-1,73 72 1,-63-75-8,2-3-1,1-1 1,2-2 0,1-2-1,1-2 1,1-2 0,2-3-1,0-2 1,2-2 0,0-2-1,1-2 1,0-3 0,1-3-1,66 4 1,-46-10 84,-1-3 1,1-3 0,97-17 0,-41-6 208,203-67 0,-257 65-187,-2-3-1,-1-4 1,130-82-1,-169 93-41,-1-3 0,-2 0 0,0-2-1,-2-2 1,-1-1 0,-2 0 0,39-62-1,-40 49 28,-2 0 0,-2-2 0,-2 0-1,-3-2 1,-1 0 0,9-52 0,-11 23 218,-4 1 0,-1-141-1,-10 163 119,-2 0-1,-3 0 1,-2 0-1,-25-86 1,17 88-239,-3 1 0,-2 1 0,-1 1 1,-3 1-1,-48-70 0,49 86-393,-2 0 0,-1 2 0,-2 1 0,0 1-1,-2 2 1,-2 1 0,0 1 0,-37-20 0,32 25-496,0 1 1,-1 2-1,-1 1 1,-74-17-1,60 22-251,0 2 1,-1 3-1,-69 1 0,100 4 285,9 1-542,-1 0 1,-26 4 0,37-3 775,1 0 1,-1 0-1,1 0 0,0 1 1,-1 0-1,1 0 0,0 0 1,0 0-1,0 0 1,1 1-1,-1 0 0,0 0 1,-4 5-1,-6 12-1794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36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1341 1045 8705,'-16'-31'71,"-39"-57"1,47 78 10,-1-1 0,0 1 0,0 1 0,-1-1 0,0 2 0,-1-1 0,0 1 0,-15-7 0,21 12 31,0 1 0,0 0 0,0 0 0,-1 0 0,1 1 0,0 0 0,-1 0 0,1 0 0,-1 1 0,1 0 0,-1 0 0,-7 1 0,4 0 69,1 1 1,0 1 0,0-1-1,0 1 1,1 0 0,-1 1 0,-10 6-1,-5 7 310,0 1-1,1 1 1,-34 38-1,45-45-416,-184 212 1127,12 11-807,127-161-340,-129 173-27,18 12-35,150-231-1,2 1-1,1 1 1,2 1-1,-17 59 1,26-77 7,1 0 0,1 0 1,0 0-1,0 1 0,2-1 0,2 18 1,-2-22 5,1 1 0,1-1 0,0 1 0,0-1 0,1 0 0,0 0 0,1 0 0,0-1 0,9 12 0,-2-5-4,2-1 1,-1 0 0,2-1-1,0-1 1,0 0 0,1-1-1,0-1 1,1-1 0,23 10-1,2-2-14,0-2 0,84 18 0,-53-20 14,0-4-1,133 0 1,-144-11-29,0-2-1,-1-3 0,0-3 1,-1-2-1,0-3 0,-1-3 1,-1-2-1,62-31 0,-67 25-49,-1-3 0,-2-2 0,0-2-1,-3-2 1,-1-2 0,-1-2 0,-3-2-1,59-72 1,-50 44 70,-3-2 0,-3-2 0,-4-3 1,34-85-1,-38 68 73,-4-2 0,-5-1 0,20-119 0,-38 143 41,-2-2 0,-4 1 0,-8-120 0,1 163-167,-1 0-1,-1 0 0,-1 0 0,-2 1 0,-1 0 0,-1 1 1,-2 0-1,0 0 0,-2 1 0,-1 1 0,-2 0 0,0 1 0,-1 1 1,-2 1-1,0 0 0,-36-29 0,19 23-768,-1 2 1,-2 1-1,-66-31 0,-138-40-4265,97 49 2277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36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39 125 14977,'-6'-6'94,"0"-1"0,1 1 0,-6-10-1,9 13-75,1-1 0,-1 1 0,1 0 0,0-1 0,0 1 0,0-1 0,0 1 0,1-1 0,0 1 0,-1-6-1,2 8-3,-1-1-1,1 0 0,0 1 1,-1-1-1,1 1 0,0 0 0,0-1 1,0 1-1,0 0 0,0-1 1,0 1-1,0 0 0,0 0 1,1 0-1,-1 0 0,0 0 0,1 0 1,-1 0-1,1 0 0,-1 1 1,1-1-1,-1 1 0,4-2 1,5-1 59,1-1 0,12-1 0,-11 3-56,0 0-1,0 0 1,0 1-1,0 1 0,1 0 1,-1 1-1,0 0 1,0 1-1,0 0 1,0 1-1,0 0 1,-1 1-1,1 1 1,-1-1-1,20 13 0,-15-7 100,-1 0 0,0 1-1,-1 1 1,0 0 0,-1 1-1,-1 1 1,0 0-1,11 17 1,-14-18 275,-1 0 0,-1 1 0,0-1 0,-1 2 0,-1-1 0,0 1 0,-1 0 0,-1 0 0,0 0 0,1 16 0,-3-15 103,-1 1 0,0-1-1,-1 0 1,-1 1-1,0-1 1,-1 0 0,-1 0-1,-11 31 1,2-21-45,0 0 0,-1 0 1,-2-1-1,-28 35 0,9-19-392,-64 55 1,78-77-217,-31 29-3061,45-40 1523,0 0 0,0 0 0,1 1 0,-8 12 1,12-16 543,0-1 0,1 1 0,0 0 0,0-1 0,0 1 0,0 0 0,1 0 0,-1 0 0,2 9 0,-1-6-586,0 6-490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2:58:36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12521,'0'10'380,"0"-1"25,1 1 0,-2-1 0,1 1 0,-1-1 0,-1 1 1,0-1-1,0 0 0,-6 17 0,5-19 521,1 1 1,0 0-1,1 0 1,-1 1-1,1-1 0,1 0 1,0 0-1,0 0 1,2 10-1,-1 11-977,-1-29 52,0 1 1,1-1-1,-1 1 1,1-1-1,-1 1 1,0-1-1,1 0 1,-1 1-1,1-1 1,-1 1-1,1-1 1,-1 0-1,1 0 1,-1 1-1,1-1 1,0 0-1,-1 0 1,1 1-1,-1-1 1,1 0-1,0 0 1,-1 0-1,1 0 1,-1 0-1,2 0 1,19 1-2,-20-1-3,0 0-10,1-1 0,0 1 0,0 0-1,-1-1 1,1 1 0,0-1 0,-1 0-1,1 1 1,-1-1 0,1 0 0,-1 0-1,1 0 1,-1 0 0,1 0 0,-1-1-1,0 1 1,2-3 0,19-29-198,-16 24 176,-1 0 154,0 0 0,0 0 0,-1-1 0,0 0 0,0 1 1,-1-1-1,-1-1 0,1 1 0,-2 0 0,2-19 0,-4 28-94,1 1 0,0-1-1,-1 0 1,1 0 0,-1 0-1,1 1 1,-1-1-1,1 0 1,-1 1 0,1-1-1,-1 1 1,0-1 0,1 0-1,-1 1 1,0-1-1,0 1 1,1 0 0,-1-1-1,0 1 1,0 0-1,0-1 1,0 1 0,1 0-1,-1 0 1,0 0 0,0 0-1,0 0 1,-1 0-1,-31-2 205,30 2-230,2 0 11,0 0 1,0 0-1,0 0 1,0 0-1,0 1 1,0-1-1,1 0 1,-1 1-1,0-1 1,0 0-1,0 1 1,1-1-1,-1 1 1,0-1-1,1 1 1,-1-1-1,0 1 1,1 0-1,-1-1 1,0 1-1,1 0 1,-1-1-1,1 1 1,0 0-1,-1 0 1,1-1-1,-1 1 1,1 0-1,0 0 1,0 0-1,0 0 1,-1 1-1,-1 20-1238,3-7-4759,-1-2-6011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49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690 52 13837,'34'-16'195,"-21"10"-63,1 0-1,-1-1 1,14-10 0,-100 65 1020,38-23-1107,-560 386-1498,543-381-1738,17-13-2628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49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0 10217,'0'0'951,"0"3"-138,0-2-793,0 2 145,0 0 0,0 0 0,0 1 0,0-1 0,-1 0-1,0 0 1,1 0 0,-1 1 0,0-1 0,0 0 0,-1 0 0,1 0-1,-4 5 1,-121 191 1551,123-194-1686,1-1 20,-1 0 0,1 1-1,0-1 1,0 1 0,-2 8-1,3-37-77,0 14 32,1 0 0,0 0 1,0 0-1,1 0 0,1 0 1,4-18-1,9-23 13,11-8 349,-25 57-267,6-13 159,-7 15-259,1-1 1,-1 1-1,0 0 0,1 0 0,-1-1 0,0 1 0,1 0 1,-1 0-1,1 0 0,-1 0 0,0-1 0,1 1 0,-1 0 0,1 0 1,-1 0-1,0 0 0,1 0 0,-1 0 0,1 0 0,-1 0 1,1 0-1,-1 0 0,0 0 0,1 1 0,-1-1 0,1 0 1,-1 0-1,0 0 0,1 0 0,-1 1 0,0-1 0,1 0 1,-1 0-1,0 1 0,1-1 0,-1 0 0,0 1 0,1-1 1,-1 0-1,0 1 0,17 16 6,-7-5-3,1-1 0,14 10 0,28 18-83,87 70 1573,-126-96-840,0 1 0,-1 0 0,0 1 0,-1 0 0,-1 1 0,18 35 0,-26-44-394,0 0 0,-1 0 0,0 0 0,-1 0-1,1 0 1,-1 1 0,-1-1 0,1 14 0,-2-19-258,1-1 0,-1 1 0,1-1 0,-1 0 0,1 1 0,-1-1 1,0 0-1,0 1 0,1-1 0,-1 0 0,0 0 0,0 0 0,0 0 1,-1 0-1,1 0 0,0 0 0,0 0 0,0 0 0,-1 0 0,1-1 0,0 1 1,-1-1-1,1 1 0,-3 0 0,-3 1-554,-1 1 1,1-2-1,-14 3 0,-45-4-9740,65-13 5481,1 0 1997,0 1 383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50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27 15637,'0'-26'2057,"0"28"-1128,0 1-524,0-2-200,0 1 0,0-1 0,0 1 0,0-1 0,0 1 0,0-1 0,-1 1 0,1-1 0,0 1 0,-2 2 0,-3 5 521,1 1 0,0 0 0,-3 11 0,-11 63-496,15-69-344,1 3-1305,1 1-1,2 35 1,0-16-1158,-1-33 2282,1 0 1,0 0-1,0 0 0,0 0 0,1-1 0,-1 1 0,1 0 0,1-1 1,-1 1-1,5 7 0,1-2-1227,0 0 0,0 0 0,10 9 0,-13-15 327,0 0 1,0 0-1,9 5 0,0-2-659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50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1 170 15209,'0'1'70,"1"0"-1,-1 0 1,1 0-1,-1 0 1,1 0-1,-1 0 0,0 0 1,1 1-1,-1-1 1,0 0-1,0 0 1,0 0-1,0 0 0,0 0 1,0 2-1,-1 28 480,1-23-4,0-6-442,0 0-1,0 0 0,0 0 1,0 0-1,0 0 0,1 0 1,-1 0-1,1 0 0,-1-1 1,1 1-1,0 0 0,-1 0 1,3 2-1,-2-3-80,1 1 1,0 0-1,0-1 0,0 0 0,0 1 0,0-1 0,0 0 1,1 0-1,-1 0 0,4 0 0,8 3-8,1 0 0,0-1 0,0-1 0,0-1 0,0 0 0,17-1-1,-30 0-28,0-1 0,0 1 0,0-1 0,0 1 0,0-1 0,0 0 0,0 0 0,0 0 0,-1 0 0,1 0 0,0 0-1,-1-1 1,1 1 0,0 0 0,-1-1 0,0 1 0,1-1 0,-1 0 0,0 1 0,0-1 0,0 0 0,0 0 0,1-3 0,1 0-86,-1-1 1,0 1-1,-1-1 1,1 1 0,-1-1-1,0 0 1,0-9 0,-1 5-37,-2-26-394,2 33 497,-1 1 0,0-1 1,0 1-1,0-1 1,0 1-1,0-1 1,0 1-1,-1 0 1,1 0-1,-1-1 0,-2-1 1,-13-14-541,-1 1 1,0 1-1,-2 1 0,-39-24 1,32 22-4118,27 26-2176,9-7 5472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50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14921,'1'0'50,"0"0"0,0 1 0,0-1 0,0 0 0,0 1 0,0-1 0,0 0 0,0 1 0,0 0 0,0-1 0,-1 1 0,1-1 0,0 1 0,0 0-1,-1 0 1,1-1 0,0 1 0,-1 0 0,1 0 0,-1 0 0,1 0 0,-1-1 0,0 1 0,1 0 0,-1 0 0,0 0 0,1 0 0,-1 2 0,1 4 346,-1-1 0,0 0 1,-1 12-1,0-2 301,1-14-654,0-1-1,0 1 1,0-1 0,0 0-1,0 1 1,1-1-1,-1 1 1,0-1-1,1 0 1,-1 1-1,1-1 1,-1 0-1,1 0 1,0 1-1,-1-1 1,1 0 0,1 2-1,1-1-40,-1-1 0,1 1 1,0 0-1,0-1 0,0 0 0,0 0 1,3 1-1,4 1-410,1-1 0,-1 0 0,1 0 0,-1-2 0,1 1 0,11-2 0,-7 1 97,-12 0 266,1-1-1,-1 1 1,1-1-1,-1 0 1,1 0-1,-1 0 1,0 0-1,0-1 1,0 1-1,6-4 1,29-25-127,-9 8 160,14 1 349,-43 21-279,0 0 0,1-1 0,-1 1 0,0 0 0,0 0 0,1 0 0,-1-1-1,0 1 1,0 0 0,1 0 0,-1 0 0,0 0 0,1 0 0,-1 0 0,0 0 0,1 0 0,-1 0 0,0 0 0,0 0 0,1 0-1,-1 0 1,0 0 0,1 0 0,-1 0 0,0 0 0,1 0 0,-1 0 0,0 0 0,0 0 0,1 1 0,-1-1 0,0 0-1,1 0 1,-1 0 0,0 1 0,0-1 0,0 0 0,1 0 0,-1 0 0,0 1 0,0-1 0,0 0 0,1 1 0,-1-1 0,0 0-1,0 0 1,0 1 0,0 0 0,1 17 3944,-2-11-4002,1 36 2272,1-42-2256,-1 0 1,0 0-1,0-1 1,0 1 0,1 0-1,-1 0 1,0 0 0,1 0-1,-1-1 1,1 1-1,-1 0 1,1-1 0,-1 1-1,1 0 1,0-1 0,-1 1-1,1 0 1,0-1-1,-1 1 1,1-1 0,0 1-1,0-1 1,0 0-1,-1 1 1,1-1 0,0 0-1,0 1 1,0-1 0,0 0-1,0 0 1,1 0-1,5 1-241,0 0-1,15-1 0,-15 0-364,-6 0 425,0-1 1,0 1 0,0 0-1,1-1 1,-1 1 0,0-1-1,0 0 1,0 1 0,0-1 0,0 0-1,0 1 1,0-1 0,0 0-1,0 0 1,0-1 0,15-19-2184,-9 12 1076,45-67-7120,-26 35 1685,-17 28 5033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51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 15433,'0'-1'1219,"0"3"-303,0 8 300,-2 17 784,-21 50 1088,-7 28-2634,25-84-1425,2 0 0,-1 34 0,3 10-6731,1-49 4663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52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12 481 12025,'0'3'76,"0"1"0,0-1-1,0 0 1,-1 1 0,1-1 0,-1 0-1,0 0 1,0 0 0,0 1 0,-2 3 0,3-6-61,-1 0 0,1-1 1,-1 1-1,1 0 0,0 0 1,0-1-1,-1 1 1,1 0-1,0 0 0,0-1 1,0 1-1,0 0 0,0 0 1,0 0-1,0-1 1,0 1-1,0 0 0,0 0 1,1 0-1,-1-1 1,0 1-1,0 0 0,1 0 1,-1-1-1,0 1 0,1 0 1,-1-1-1,1 1 1,-1 0-1,1-1 0,-1 1 1,1-1-1,0 1 0,-1-1 1,1 1-1,0-1 1,-1 1-1,1-1 0,0 0 1,-1 1-1,1-1 1,0 0-1,1 1 0,4 1 9,0 0 1,0-1-1,0 0 0,8 1 0,-13-1-6,44-1-131,-27 0-186,-15 0 207,0-1-1,0 1 1,-1-1 0,1 0 0,0 0 0,0 0-1,0 0 1,-1-1 0,1 1 0,-1-1-1,1 1 1,3-4 0,29-28-868,-29 26 815,11-12 308,0-1 0,19-32 0,-11 23 2065,-25 40-92,-14 8-1883,-5 10-17,12-14-198,1 0-1,1 1 0,0 0 1,1 0-1,-3 21 0,3 2-494,2 43-1,2-81 403,0 0 0,0 0 0,1 0-1,-1 0 1,0 0 0,0 0-1,1 0 1,-1-1 0,1 1 0,-1 0-1,1 0 1,-1 0 0,1-1-1,0 1 1,-1 0 0,1-1 0,0 1-1,-1 0 1,1-1 0,0 1 0,0-1-1,0 1 1,-1-1 0,1 1-1,0-1 1,0 0 0,0 0 0,0 1-1,0-1 1,0 0 0,1 0-1,6 1-625,0 0 0,-1-1 0,10 0-1,-7 0-67,-7-1 605,0 1-1,0-1 1,0 0 0,0 0-1,0 0 1,0 0 0,0 0-1,0-1 1,0 1-1,0-1 1,-1 0 0,4-2-1,31-29-1096,-26 23 837,53-56-264,-27 21 10048,-37 56-9275,-18 15 174,8-3-181,6-16-164,1 0-1,0 0 1,0 1 0,1-1-1,0 1 1,0-1 0,1 1-1,-1 8 1,4-16-793,0-1 654,1 1 0,-1 0 0,0-1 0,1 1 0,-1 1 0,0-1 0,3 0 0,5 1-523,-8-1 638,0 0-1,0 0 1,0 0-1,0 0 1,0-1-1,0 1 1,0 0-1,0-1 0,-1 0 1,1 1-1,0-1 1,0 0-1,0 0 1,-1 0-1,1 0 0,-1 0 1,1-1-1,2-1 1,7-7-142,6 1 83,1-1 260,-17 9-45,-1 0-1,1 1 0,0-1 0,0 1 1,-1-1-1,1 1 0,0-1 0,0 1 1,0-1-1,0 1 0,-1 0 1,1 0-1,0-1 0,0 1 0,0 0 1,0 0-1,0 0 0,0 0 0,0 0 1,1 0-1,1 0 2575,-3 1-2588,0-1-1,0 1 0,1 0 1,-1-1-1,0 1 0,0-1 0,0 1 1,-1 0-1,1-1 0,0 1 1,0-1-1,0 1 0,0 0 1,0-1-1,-1 1 0,1-1 0,-1 1 1,0 1-27,-1 0-1,1 0 1,-1 0 0,1 0 0,0 0 0,0 1 0,0-1 0,0 0 0,0 0-1,0 1 1,1-1 0,-1 5 0,-1 35-247,2-31-100,0-11 283,1 1 0,-1-1 1,1 1-1,-1-1 0,1 1 0,-1-1 1,1 0-1,-1 1 0,1-1 0,-1 0 0,1 1 1,-1-1-1,1 0 0,0 0 0,-1 1 1,1-1-1,0 0 0,-1 0 0,1 0 0,0 0 1,-1 0-1,1 0 0,0 0 0,0 0 1,24 0-1117,-21 0 842,52 0 1673,-56 4-1179,0 0 1,0-1 0,-1 1 0,1 0 0,-1 0 0,0 0 0,0 0 0,-3 6-1,1 10-96,2-18-82,-1 1 0,1 0 0,0 0 0,0 0 0,0 0 0,0 0 0,1 0 0,-1 1 0,1-1 0,0 0-1,0 4 1,0-6-5,0-1 1,0 1-1,-1-1 0,1 0 0,0 1 0,0-1 0,0 1 0,0-1 0,0 1 0,0-1 0,0 1 0,0-1 0,1 1 0,-1-1 0,0 1 0,0-1 0,0 0 0,0 1 0,1-1 0,-1 1 0,0-1 0,0 0 0,1 1 0,-1-1 0,0 1 0,1-1 1,-1 0-1,0 0 0,1 1 0,-1-1 0,1 0 0,-1 0 0,0 1 0,1-1 0,-1 0 0,1 0 0,-1 0 0,1 0 0,-1 1 0,1-1 0,-1 0 0,0 0 0,1 0 0,-1 0 0,1 0 0,-1 0 0,1 0 0,-1 0 0,1-1 0,-1 1 0,1 0 1,0 0-1,4 0-60,-3-1 43,-1 1-1,1 0 1,-1-1 0,1 1-1,-1-1 1,1 1-1,-1-1 1,1 0 0,-1 1-1,0-1 1,1 0 0,-1 0-1,1-1 1,19-19-120,-9 9 106,21-20-94,-2-2 0,34-46 0,47-81-1019,-110 157 1127,88-138 1399,87-188 0,-177 330-1331,0 0 0,0-1 0,0 1 0,0 0 0,0 0-1,0 0 1,0 0 0,0 0 0,0 0 0,0 0 0,0-1-1,0 1 1,0 0 0,0 0 0,0 0 0,0 0-1,0 0 1,0 0 0,0 0 0,0-1 0,0 1 0,0 0-1,0 0 1,0 0 0,0 0 0,0 0 0,1 0 0,-1 0-1,0 0 1,0 0 0,0 0 0,0 0 0,0-1-1,0 1 1,0 0 0,0 0 0,1 0 0,-1 0 0,0 0-1,0 0 1,0 0 0,0 0 0,0 0 0,0 0 0,0 0-1,1 0 1,-1 0 0,0 0 0,0 0 0,0 0-1,0 0 1,0 0 0,0 0 0,1 1 0,0 8 1320,-4 17 450,-35 83 1214,-4 59-2377,35-127-627,2 0 0,0 51 1,5 131-2128,0-211 1406,1 0 1,0 0 0,1-1-1,0 1 1,6 18 0,5 22-2223,-10-37 445,0 0-1,10 24 1,-6-23-1220,-6-5 492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33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34 118 13669,'0'-1'6,"0"-3"25,1 1-1,-1-1 1,0 1-1,-1-1 1,1 1-1,-1-1 1,1 1-1,-1 0 1,0-1-1,0 1 1,-1 0-1,1 0 0,-4-6 1,3 6 101,0-1 0,1 0-1,-1 0 1,1 1 0,0-1 0,0 0-1,0 0 1,1 0 0,0 0 0,-1 0 0,1 0-1,1-6 1,-1 2 805,0 22-471,1-3-117,-1 0 1,-3 18-1,-1-2-67,1 2 0,1 34 0,2 322-336,1-364-338,1 0 0,0 0-1,9 33 1,24 61-2717,-20-72 609,-13-34 1577,0-4-105,-1-1 0,0 1 0,1-1 0,0 0 0,0 0 1,5 8-1,-3-11-1170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34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14865,'1'-1'11,"1"-1"0,-1 0 0,0 0 0,0 0 0,0 0 0,-1-1 0,1 1-1,0 0 1,-1 0 0,0 0 0,1-3 0,-1 5-1,0-1 0,0 1 0,1-1 0,-1 1 0,0-1 0,0 1 0,1-1 0,-1 1-1,0-1 1,1 1 0,-1 0 0,0-1 0,1 1 0,-1 0 0,1-1 0,-1 1 0,1 0 0,-1-1 0,0 1 0,1 0 0,-1 0 0,1 0 0,-1-1 0,1 1 0,-1 0-1,1 0 1,-1 0 0,1 0 0,0 0 0,-1 0 0,2 0 0,24 0 222,-16 1-40,26-2-3,-1 3 0,57 8 0,379 46 97,-389-50-103,112 0 134,-79-5 6144,-115 12-5687,-1 10-192,-7 37 0,4-37-527,0 37 0,3-18-31,0-13-18,1 0 1,2 0 0,0-1-1,8 30 1,17 33 18,53 117 0,-23-68 130,-53-128 16,-1-1 0,0 1 0,0 0 0,-1 0 0,-1 0 1,1 19-1,-3-30-141,1 1 0,-1 0 0,1-1 1,-1 1-1,0 0 0,1-1 0,-1 1 0,0-1 1,0 1-1,0-1 0,0 0 0,0 1 0,-1-1 1,1 0-1,0 0 0,0 0 0,-1 0 0,1 0 1,-1 0-1,1 0 0,-4 1 0,-6 3 44,-22 8 0,26-10-49,-28 7-6,0 0-1,-1-3 1,-38 4-1,-112 2-180,120-10-35,-127 3-2047,64-6-3956,83 0 2230,46 0 3824,-1-1 1,0 1-1,1 0 0,-1 0 1,1-1-1,-1 1 0,0 0 1,1-1-1,-1 1 0,1-1 1,-1 1-1,1-1 0,-1 1 1,1-1-1,-1 1 0,1-1 1,0 1-1,-1-1 0,1 0 1,0 1-1,-1-1 0,1 1 1,0-1-1,0 0 0,0 1 1,-1-1-1,1 0 0,0 1 1,0-1-1,0-1 0,0 0-299,0 1 0,0-1 0,0 0 0,0 0-1,0 0 1,0 0 0,1 0 0,-1 1 0,0-1 0,1 0-1,0 0 1,1-2 0,12-10-2102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34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25 12237,'-20'-2'134,"11"2"114,-1-1 1,0-1-1,0 0 0,1 0 0,-1 0 0,-10-6 0,17 5 701,9 1-655,10 1-280,-14 1 65,1 0-69,-1 1 0,1-1 0,-1 0 0,1 1 0,-1 0 0,1 0 0,2 1 0,8 2 11,43 11 86,-16-4 76,1-1 1,0-2-1,60 4 0,-50-7-36,718 60 1913,-601-62-3885,-167-3 1755,0-13-2516,-1 11 2202,0 0-1,-1 0 1,1 0-1,-1 0 1,0 0-1,0 1 1,0-1-1,0 0 1,0 1 0,0-1-1,0 0 1,0 1-1,-1-1 1,1 1-1,0 0 1,-1-1-1,1 1 1,-3-1-1,-5-6-1265,-12-10-1218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37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341 113 6797,'0'0'7006,"0"-3"-6754,0-5-14,0 5-35,0 3-168,0 0 1,0-1-1,0 1 0,0 0 1,0-1-1,0 1 1,0-1-1,-1 1 0,1 0 1,0-1-1,0 1 0,0 0 1,0-1-1,0 1 1,0 0-1,-1 0 0,1-1 1,0 1-1,0 0 0,-1-1 1,1 1-1,0 0 1,0 0-1,-1 0 0,1-1 1,0 1-1,-1 0 0,1 0 1,0 0-1,-1 0 1,1-1-1,-14 3 193,11-1-230,-1 0 0,1 1-1,0-1 1,0 1 0,0 0 0,-4 3 0,-2 2 46,0 0 0,0 0 0,-1-1 1,0 0-1,-12 6 0,-57 18 144,39-15-114,3-2-38,21-9-85,1 2 0,-24 11-1,45-15-594,7-4 583,31-31-441,36-11-89,-34 20 688,0-3-1,61-46 1,-56 38 893,-50 43-834,-1 0-1,1 0 1,-1 10-1,0-14-116,-1 23 44,0-13-46,1 0-1,3 26 1,0-25-22,-1 0-2,1 0-1,1 0 1,6 15 0,70 153-12,-56-135-139,51 77 0,-65-112 128,17 20 1,-45-33 1079,11-5-897,4 4-81,1-1 0,-1 1 0,1 0 0,-1 0 0,1 0 0,-1 0 0,0 0 0,0 0 0,0 1 0,1-1 0,-1 1-1,-4 0 1,4 0-31,-1 0 24,0 0-1,0 0 1,0 0 0,0 1-1,-5 0 1,7 0-61,0 0 0,0 0 0,0 0 0,0 1 0,0-1 0,1 1 0,-1-1 0,0 1 0,1-1 0,-3 4 0,-5 4 128,1 2 1,1-1-1,0 1 0,0 0 0,1 1 0,1-1 1,-1 1-1,2 0 0,0 1 0,-3 15 0,6-25-165,1-3 101,0 1 0,0-1 0,0 1-1,0-1 1,0 0 0,0 1-1,0-1 1,0 0 0,0 1-1,0-1 1,0 0 0,0 1 0,0-1-1,-1 1 1,1-1 0,0 0-1,0 0 1,0 1 0,-1-1-1,1 0 1,0 1 0,0-1 0,-1 0-1,1 0 1,0 1 0,-1-1-1,1 0 1,0 0 0,0 0-1,-1 1 1,0-1 569,-5-1 2938,6-4-3142,0 4-361,1-1 0,-1 0 0,0 0 0,0 1 0,0-1-1,0 0 1,0 0 0,0 1 0,-1-1 0,1 0-1,-1 0 1,0-2 0,-203-131 2761,173 113-2870,0 1 0,-2 2 1,-44-20-1,70 36-1196,-11-4 389,11 2-5235,28 0-16261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37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38 6893,'-1'-2'333,"1"-1"0,-1 1 1,0 0-1,1-1 1,0 1-1,-1 0 1,1-1-1,0 1 1,0 0-1,1-4 0,-1-3 4366,0 12-4569,0 282 544,8-149-629,-5-103-39,40 251 27,-14-158-890,-4-44-7161,-18-71 3569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38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12689,'0'-49'1125,"1"49"-1106,-1-1 1,0 1-1,0-1 1,1 1-1,-1-1 1,0 1-1,1-1 0,-1 1 1,0 0-1,1-1 1,-1 1-1,1 0 1,-1-1-1,1 1 0,-1 0 1,1-1-1,-1 1 1,1 0-1,-1 0 1,1 0-1,-1-1 0,1 1 1,0 0-1,19-4 260,-14 3-157,51-9 198,104-5-1,62 14-298,-116 2 159,119 17 114,-126-7-190,-18-1 158,-81-10-248,-1 0 0,1 0 0,0 0 0,0 0 0,-1 1-1,1-1 1,0 0 0,0 0 0,-1 1 0,1-1 0,0 0 0,-1 1 0,1-1 0,-1 1 0,1-1 0,0 1 0,-1-1 0,1 1 0,-1-1 0,1 1-1,-1-1 1,1 1 0,-1 0 0,0-1 0,1 2 0,0 1 156,-1-1-1,1 1 0,-1-1 1,0 1-1,0 0 0,0 3 1,-1 3 296,0-1-140,0 0 1,-1 0-1,0 0 0,0 0 0,-1-1 1,0 1-1,-6 9 0,-4 14 442,-26 71 134,-30 132 0,62-193-916,2 0 0,0 82-1,6-111 18,0 0-1,0 0 0,1 0 1,1-1-1,8 22 1,27 54 7,-38-86-10,22 39-27,28 39-1,0 1 27,-48-77 55,-1-1 0,0 1 0,-1 0 0,1-1-1,0 1 1,-1-1 0,1 1 0,-1 0-1,0 0 1,0-1 0,0 4 0,0-4 1,0-1-34,0-1 1,0 1-1,-1 0 1,1-1-1,0 1 1,-1 0-1,1-1 1,-1 1-1,1-1 1,0 1-1,-1 0 1,1-1-1,-1 1 1,1-1-1,-1 0 1,0 1-1,1-1 1,-1 1-1,1-1 1,-1 0-1,0 1 1,1-1-1,-1 0 1,0 0-1,0 0 1,1 1-1,-1-1 1,0 0 0,0 0-1,-28 2 162,25-2-134,-48 2 181,1-3 1,-1-1-1,-54-11 0,-92-23-201,-25-5-1999,76 7-3449,128 30 4278,1 0-728,-20-8-1,33 10 953,1 0 0,0 0-1,-1 0 1,1-1-1,-5-4 1,-1-5-2475,8-1 650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41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1019 7173,'2'21'1160,"-1"-1"0,-1 26-1,0-20 3896,0-85-4967,4-175-43,-2 2-56,-3 123 118,1 55 246,16 54-357,4-1 47,-13 0-25,0 1 0,-1 0 0,1 0 0,0 1 0,9 2 0,9 3 2,-1 0-1,1-1 0,1-2 1,40 2-1,75 3-29,1 1 41,138-9 1497,-278 0-1514,-1-1 1,0 1 0,1-1 0,-1 1-1,0-1 1,1 1 0,-1-1-1,0 0 1,0 0 0,0 0-1,0 1 1,0-1 0,0 0 0,2-3-1,16-20 141,-10 11-90,-8 13-62,10-13 535,0 0 0,-1-1 0,0-1 0,13-27 0,-17 25 85,0-1 0,-2 1 0,0-1 1,-1 0-1,-1 0 0,0 0 0,-2-29 0,-4 42-605,3 5-17,1 0 0,0 0 0,0 0 0,-1 0 0,1 0 0,0-1 1,-1 1-1,1 0 0,0 0 0,0 0 0,-1-1 0,1 1 0,0 0 0,0 0 1,0-1-1,-1 1 0,1 0 0,0 0 0,0-1 0,0 1 0,0 0 1,0-1-1,0 1 0,0 0 0,-1-1 0,1 1 0,0 0 0,0-1 0,0-69 111,-23 71-1832,21 3 1707,2-4 11,0 1 0,-1-1 1,1 0-1,0 0 0,0 1 1,0-1-1,0 0 0,0 0 0,-1 1 1,1-1-1,0 0 0,0 0 1,0 0-1,-1 1 0,1-1 0,0 0 1,0 0-1,-1 0 0,1 0 1,0 0-1,0 0 0,-1 0 0,1 1 1,0-1-1,-1 0 0,1 0 1,0 0-1,0 0 0,-1 0 0,1 0 1,0 0-1,0 0 0,-1 0 1,1-1-1,-4 2-6,1 0 0,-1-1 1,0 1-1,1 1 0,0-1 0,-7 3 1,-4 3-2,-19 3 5,-40 6 0,-8 3 0,67-16 4,9-2-4,-1 1 0,1-1 0,-1 1 0,1 0 1,-6 3-1,12-4 22,0-1 1,-1 1-1,1-1 0,0 0 1,-1 1-1,1-1 1,0 0-1,0 1 0,-1-1 1,1 0-1,0 0 0,0 0 1,-1 1-1,1-1 0,0 0 1,0 0-1,0 0 1,-1 0-1,1-1 0,0 1 1,0 0-1,0 0 0,-1 0 1,1-1-1,0 1 1,1-1-1,38-38 503,-15 18-210,-2 0-1,0-1 0,21-28 1,-40 45-286,-3 4-30,0 0 0,-1-1 0,1 1 0,0 0 0,0 0 0,0 0 0,0-1 0,0 1 0,0 0 0,1 1 0,-1-1 0,0 0 0,0 0 0,1 0 0,-1 1 0,0-1 0,1 1 0,-1-1 0,1 1 0,1-1 0,-2 3 7,1 0-1,0-1 1,-1 1-1,1 0 1,-1 0-1,0 1 1,2 3-1,3 4 14,31 32-16,2-1-1,52 42 0,-81-74 9,0 0-1,1-1 1,-1-1-1,2 1 1,18 8-1,-35-17 508,-1 0-1,1 1 1,-1 0-1,1 0 0,-8 1 1,-8 0-233,-111-1 905,-68 0-385,68 0-5285,132-3 1277,0 2 2623,0 0 0,1 0-1,-1 0 1,0 1 0,1-1 0,-1 0 0,0 0 0,1 0 0,-1 0 0,2-1 0,11-9-3465,24-6 837,-19 9 62,5-3 227,4 0 485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42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89 8853,'0'-1'81,"0"1"1,-1-1-1,1 0 1,-1 1 0,1-1-1,-1 1 1,1-1-1,-1 1 1,1-1-1,-1 1 1,1-1-1,-1 1 1,0 0-1,1-1 1,-1 1-1,0 0 1,1 0 0,-1-1-1,0 1 1,1 0-1,-1 0 1,0 0-1,0 0 1,1 0-1,-1 0 1,-3 0 2383,4 3-2371,-1 1 1,0-1-1,0 0 1,0 0-1,0 0 0,0 0 1,-1 0-1,1 0 1,-1 0-1,0 0 1,0 0-1,0-1 0,-5 5 1,-7 11 141,-4 13 43,-15 32-1,22-37-316,-2-2 0,-28 41 0,34-59-4546,8-11 1661,1-1 3748,31-73-2378,-1 2 1675,-28 67-68,11-33 783,10-49 0,-24 80-529,0 8-129,-1-1 1,1 1-1,0 0 0,1-1 1,2-5-1,-4 10-152,0-1 0,0 1 0,0 0-1,1 0 1,-1 0 0,0-1 0,0 1 0,1 0-1,-1 0 1,0 0 0,0 0 0,1 0-1,-1-1 1,0 1 0,1 0 0,-1 0 0,0 0-1,0 0 1,1 0 0,-1 0 0,0 0-1,1 0 1,-1 0 0,0 0 0,0 0 0,1 0-1,-1 0 1,0 1 0,1-1 0,-1 0-1,0 0 1,0 0 0,1 0 0,-1 0 0,0 1-1,0-1 1,1 0 0,-1 0 0,0 0-1,0 1 1,0-1 0,1 0 0,-1 0 0,0 1-1,0-1 1,0 1 0,9 10 223,-9-11-237,23 35 389,3-2 1,0 0-1,40 36 0,-57-59-218,36 35 356,67 50 0,-91-82-495,-1-2 607,-20-11-646,0 0 0,0 0 0,0 1 0,0-1 0,-1 0 0,1 0 0,0 0 0,0 0 0,0 0 0,0 0 0,0 0 0,0 0 0,0 0 0,0 0 0,0 0 0,0 0 0,0 0 0,0 0 0,0 0 0,0 0 0,0 0 0,0 0 0,0 0 0,0 0 0,0 0 0,0 0 0,0 0-1,0 0 1,0 0 0,0 0 0,0 0 0,0 0 0,0 1 0,0-1 0,0 0 0,0 0 0,0 0 0,0 0 0,0 0 0,-11-4 12,-5-5-7,14 7-4,-1 1 0,0-1 0,0 1 1,0-1-1,-5-1 0,-36-11 65,34 10-61,0 0 1,-1 1-1,-17-4 1,-11 1 3,20 3-10,-38-3-1,-21 1 726,40 2-2435,-1 1-7734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43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10641,'-1'0'101,"-1"1"0,1-1-1,0 0 1,-1 1 0,1 0 0,0-1 0,-1 1-1,1 0 1,0 0 0,0-1 0,0 1 0,0 0-1,0 0 1,-2 2 0,-17 6 2877,18-8-2894,1-1 0,-1 1 0,0 0 0,1 0 0,-1 0 0,0 1 0,1-1 0,0 0-1,-1 0 1,1 1 0,0-1 0,0 1 0,-1-1 0,1 1 0,0 0 0,1 0 0,-1-1 0,0 1-1,0 0 1,1 0 0,-1 0 0,1-1 0,-1 4 0,0 5 607,0 1 1,1-1-1,1 15 1,0-3-241,-1 335 94,0-355-562,0-1 0,1 1 0,-1-1-1,0 1 1,0-1 0,1 1 0,-1-1-1,1 0 1,-1 1 0,1-1 0,-1 1 0,1-1-1,0 0 1,0 0 0,0 1 0,0-1-1,0 0 1,0 0 0,0 0 0,2 1 0,-3-1-244,1-1 0,0 1 1,0-1-1,0 1 1,0-1-1,0 0 1,0 1-1,0-1 1,1 0-1,-1 0 0,1 0 1,10 0-9425,-10 0 9094,-2 1 440,0-1 0,1 0 1,-1 0-1,1 0 0,-1 0 1,0 0-1,1 0 0,-1 0 1,1 0-1,-1 0 0,0 0 1,1 0-1,-1 0 0,1 0 1,-1 0-1,0-1 0,1 1 1,-1 0-1,0 0 1,1 0-1,-1-1 0,1 1 1,-1 0-1,1-1 0,6-8-1673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43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36 9853,'0'0'70,"-1"0"0,0-1 0,1 1 0,-1 0 0,0 0 0,1 0 0,-1 0 0,1 0 0,-1 0 0,0 0 0,1 0 0,-1 1 1,0-1-1,1 0 0,-1 0 0,0 0 0,1 1 0,-1-1 0,1 0 0,-1 1 0,1-1 0,-1 0 0,1 1 0,-1-1 0,1 1 0,-2 0 0,-3 17 2456,3-6-2485,-97 313 1303,92-305-1385,3-10-136,0 0 0,1 0 0,0 0 0,1 0 0,-2 17-1,4-27-445,0-2-1905,1-2 2401,-1 0 0,1 1 1,0-1-1,0 1 0,1-1 0,-1 1 0,1 0 0,0 0 0,2-4 0,8-18-156,7-34 555,-2-2-1,13-94 1,-10 43 2030,-19 104-1954,1-1-1,-1-14 1,-1 23-323,0 0-1,1 0 1,-1-1 0,0 1-1,0 0 1,1 0 0,-1 0-1,0 0 1,0 0 0,1 0 0,-1 0-1,0 0 1,0 0 0,1 0-1,-1 0 1,0 0 0,0 0-1,1 1 1,-1-1 0,0 0-1,0 0 1,1 0 0,-1 0-1,0 0 1,0 0 0,0 1 0,1-1-1,-1 0 1,0 0 0,0 0-1,0 0 1,1 1 0,9 23 157,-6-15-165,0 0 0,0 1-1,7 9 1,17 18 172,64 65 0,44 23 47,-72-68-49,-53-46-134,10 8 818,-36-18 328,5-1-1171,0 0-1,0 0 1,0-1 0,0-1 0,1 0 0,-1 0 0,-12-5 0,11 4-18,0 0 1,-22-3-1,-13-3-55,25 4-131,-25-4 0,-13-2-635,40 7 167,0 1 0,-30-2 1,13 4-5999,46 10-431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44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6061,'-4'2'7326,"4"129"-4678,0-127-2626,-1 1 1,1-1-1,-1 1 0,-2 6 1,2-7-4,0 0 0,0 1 0,0 0 0,0 6 0,-6 72 157,7 34 156,0-66-8742,2-52 7312,-2 2 1059,1-1 0,-1 0 0,0 0 0,0 0 0,1 0 0,-1 0 0,0 0 0,0 0 0,1 0 0,-1 0 0,0 0 0,0 0 0,1 0 0,-1 0 0,0 0-1,0 0 1,0 0 0,1 0 0,-1-1 0,0 1 0,0 0 0,1 0 0,-1 0 0,0 0 0,0 0 0,0 0 0,1-1 0,-1 1 0,0 0 0,6-17-3645,-5 15 3599,0-4-1245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46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10385,'0'-5'290,"1"0"0,0 0 0,0 0-1,0 0 1,0 1 0,3-6 0,-2 5 173,0 0 1,-1 0-1,1 0 0,-1 0 1,0 0-1,0-6 182,-1 13-488,0 252 1802,0-83-3904,0-169 1785,0-1 0,1 1 0,-1 0 1,1 0-1,-1 0 0,1 0 0,0 0 0,-1-1 0,1 1 0,0 0 0,0 0 0,1-1 0,-1 1 1,0-1-1,1 1 0,-1-1 0,2 2 0,-2-2-87,0 0 0,0-1 0,1 1 0,-1 0-1,0-1 1,0 1 0,0 0 0,0-1 0,1 1 0,-1-1 0,0 0 0,1 1 0,-1-1 0,0 0-1,1 0 1,-1 0 0,0 0 0,1 0 0,-1 0 0,0 0 0,0-1 0,1 1 0,-1 0 0,0-1 0,1 1-1,-1-1 1,1 0 0,3-2-461,-1-1 0,0 0 0,-1 0 0,5-6 0,4-8-629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46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14 111 9957,'-1'-14'1021,"0"0"0,-1 0 0,-6-24 0,7 7 1131,4 31-2140,234 9-96,-89-2 131,-36-3-69,-15-3 22,32 3 52,-82-3 439,-28-1 4660,-20 26-3375,0-19-1714,0 0 1,1 1 0,0-1-1,1 0 1,-1 1 0,1-1 0,1 0-1,-1 0 1,1 0 0,5 12 0,16 23-59,-11-20 7,23 35 0,0-15-58,50 48 1,-31-35 2,-52-53 63,-1-1 13,1 1-1,-1-1 1,0 0 0,1 1-1,-1-1 1,0 1-1,0 0 1,0-1-1,0 1 1,0 0 0,0 0-1,-1-1 1,1 1-1,-1 0 1,1 0-1,0 3 1,-2-5-9,1 1-1,0-1 1,0 1 0,0-1 0,-1 0-1,1 1 1,0-1 0,-1 1 0,1-1 0,0 0-1,-1 1 1,1-1 0,0 0 0,-1 1-1,1-1 1,-1 0 0,1 0 0,0 1-1,-1-1 1,1 0 0,-1 0 0,1 0-1,-1 0 1,0 1 0,-16 2 197,12-2-119,-66 11 356,-109 4-1,-73-14-4222,150-3-2283,100 1 5699,-1 0 0,1-1 0,0 1 0,0-1 1,-1 0-1,1 0 0,0 0 0,0 0 0,0-1 0,0 1 1,0-1-1,0 0 0,-3-2 0,4 3-188,1-1 0,-1 0 0,0 1-1,1-1 1,-1 0 0,1 0 0,0 0 0,-1 0 0,1 0 0,0 0-1,0 0 1,0-4 0,0-4-1935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47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51 12481,'-2'-2'237,"0"-1"0,0 1 0,0-1 0,1 0 0,-1 0 0,0 0 0,1 0-1,0 0 1,0 0 0,0 0 0,0-1 0,0 1 0,1 0 0,-1-7 0,1 10-42,0 3-40,0 13 30,0 18 119,1 1 0,1-1 1,9 45-1,-1-13-304,-8-49-926,0 0 0,1-1 1,9 30-1,-12-46 827,0 0 0,0 1 0,1-1 0,-1 0-1,0 0 1,0 0 0,0 1 0,0-1 0,0 0 0,0 0 0,0 0 0,0 1 0,1-1 0,-1 0-1,0 0 1,0 0 0,0 1 0,1-1 0,-1 0 0,0 0 0,0 0 0,0 0 0,1 0-1,-1 0 1,0 1 0,0-1 0,0 0 0,1 0 0,-1 0 0,0 0 0,0 0 0,1 0 0,-1 0-1,0 0 1,0 0 0,1 0 0,-1 0 0,0 0 0,0 0 0,1 0 0,-1-1 0,0 1 0,0 0-1,0 0 1,1 0 0,-1 0 0,0 0 0,0 0 0,0 0 0,1-1 0,-1 1 0,0 0 0,0 0-1,0 0 1,0-1 0,1 1 0,-1 0 0,8-12-1616,17-35-2488,-17 28 2825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47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10 209 9121,'0'-141'5022,"0"138"-4867,0-1-1,-1 0 1,0 1-1,1-1 1,-3-3-1,2 4-72,0-1-1,0 0 1,1 0-1,-1 0 1,1-4-1,0 8-78,0-1-1,0 0 1,0 0-1,1 1 1,-1-1-1,0 0 1,0 1 0,1-1-1,-1 0 1,1 1-1,-1-1 1,1 1-1,-1-1 1,1 1-1,-1-1 1,1 1-1,-1-1 1,1 1-1,0-1 1,-1 1-1,1 0 1,0-1-1,-1 1 1,1 0-1,0-1 1,-1 1-1,1 0 1,0 0-1,0 0 1,-1 0-1,3 0 1,30-1-29,-23 1 33,11 0-14,-10-1 6,0 1-1,1 1 1,11 1-1,1 3 4,1-1 1,31 10 0,18 7 142,146 20 1,-189-37 299,44 0 1,-50-1 1502,-25-3-1840,0 0-1,1 0 0,-1 1 0,0-1 0,0 0 0,0 1 0,0-1 0,0 0 1,0 0-1,0 1 0,0-1 0,0 0 0,0 0 0,0 1 0,0-1 0,0 0 1,0 1-1,0-1 0,0 0 0,0 0 0,0 1 0,0-1 0,-1 0 1,1 0-1,0 1 0,0-1 0,0 0 0,0 0 0,0 0 0,-1 1 0,1-1 1,0 0-1,-5 8 93,4-5-167,1 1 1,-1-1-1,0 1 0,1 0 0,0-1 1,0 1-1,0 0 0,1 4 1,0 5-20,-1 6-14,-1-11 2,1 0-1,0 0 0,0 0 1,1 0-1,0 0 0,0 0 1,1 0-1,0 0 0,5 11 0,4 3 0,6 11 30,37 55-1,-34-62-44,-5-7-13,26 42 0,-41-60 33,0-1 0,0 0 0,1 0 0,-1 1 0,0-1 0,0 0 0,0 0 0,0 1 0,0-1 0,1 0 0,-1 1 0,0-1 0,0 0 0,0 1 0,0-1 0,0 0 0,0 1 0,0-1 0,0 0 0,0 1 0,0-1 0,0 0 0,0 1 0,0-1 0,0 0 0,-1 1 0,1-1 0,0 0 0,0 0 0,0 1 0,0-1 0,-1 0 0,1 1 0,0-1 0,0 0 0,0 0 0,-1 1 0,1-1 0,0 0 0,-1 0 0,1 0 0,0 0 0,0 1 0,-1-1 0,1 0 0,0 0 0,-1 0 0,1 0 1,0 0-1,-1 0 0,-22 0-10,13 0 31,-5 0-27,-1-1 0,1 0 1,0-1-1,-20-5 0,-198-37-2919,18 4-4537,212 39 7113,0 1-288,0-1-1,0 1 1,0-1-1,0 0 1,0 0-1,0-1 1,1 1-1,-1 0 1,0-1-1,1 0 1,-4-2-1,4-4-1798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47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9693,'7'-9'171,"-5"6"477,0 1 0,0-1 0,0 0 0,0 0 0,-1 0-1,1 0 1,-1 0 0,1 0 0,0-4 0,-2 17-458,1-3-39,-1-1-1,0 1 0,-1 0 1,-1 9-1,-5 13 267,2 0-1,-4 49 1,7 62-899,2-105 95,0-31 265,1 0-1,-1 0 0,1 0 1,0 0-1,0 1 0,0-1 1,4 7-1,4 13-494,-9-21 348,1 0 0,0 1 0,0-1-1,0 0 1,1 0 0,-1 0 0,1 0 0,0 0 0,0 0-1,0 0 1,0-1 0,0 1 0,1-1 0,4 5-1,-7-7 88,1 1 0,0-1 0,-1 1 0,1-1 0,0 1-1,-1-1 1,1 0 0,0 1 0,-1-1 0,1 0 0,0 0 0,0 1-1,0-1 1,-1 0 0,1 0 0,0 0 0,0 0 0,-1 0-1,1 0 1,0 0 0,0 0 0,0 0 0,-1-1 0,1 1-1,0 0 1,0 0 0,-1-1 0,1 1 0,0 0 0,-1-1-1,1 1 1,0-1 0,-1 1 0,2-2 0,0 0-283,0-1 0,0 1 0,-1-1 0,1 0 1,-1 1-1,3-7 0,2-6-924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48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17 142 9461,'-14'-61'1675,"13"55"-1143,0 0 0,1 0-1,-1 0 1,1 0 0,1-10-1,0-2-190,-1 18-342,0 0-1,0-1 1,1 1-1,-1 0 1,0-1-1,0 1 0,1 0 1,-1-1-1,0 1 1,0 0-1,1 0 1,-1-1-1,0 1 1,1 0-1,-1 0 0,0 0 1,1-1-1,-1 1 1,1 0-1,-1 0 1,0 0-1,1 0 0,-1 0 1,1 0-1,15-3-36,-9 2-4,29-3-427,0 0 0,66 4 0,-43 1 505,-19-1 60,23 0 679,65 8-1,-84-7-424,-34-1-240,0 0 0,1 1-1,-1 0 1,14 3-1,-17-1-11,0-2-16,0 1 0,-1 1 0,0-1 0,9 5-1,-12-5 66,-1 0-1,1 0 0,-1 0 1,0 0-1,0 0 0,0 1 1,0-1-1,0 0 0,-1 1 0,1 0 1,-1-1-1,1 1 0,0 3 1,1 3 555,-1 1 0,0-1 1,0 1-1,-1 0 0,0 13 1,2 17-92,1-14-557,1-1 0,1 0 0,2-1 0,0 1-1,1-1 1,2-1 0,0 0 0,2 0 0,26 35 0,42 42 1132,-81-100-1152,1 0 0,-1 0 0,0 1 0,0-1 0,0 0-1,1 0 1,-1 0 0,0 0 0,0 1 0,0-1 0,0 0 0,1 0-1,-1 1 1,0-1 0,0 0 0,0 0 0,0 0 0,0 1 0,0-1-1,0 0 1,0 1 0,1-1 0,-1 0 0,0 0 0,0 1 0,0-1 0,0 0-1,-1 0 1,1 1 0,0-1 0,0 0 0,0 0 0,0 1 0,0-1-1,0 0 1,0 0 0,0 1 0,0-1 0,-1 0 0,1 0 0,0 0-1,0 1 1,0-1 0,0 0 0,-1 0 0,1 0 0,0 0 0,0 1-1,-1-1 1,1 0 0,0 0 0,0 0 0,-1 0 0,1 0 0,0 0-1,0 0 1,-1 0 0,1 0 0,0 1 0,-22-1-113,15-1 233,-14 1-135,-1 1-133,-1-1 0,0-2-1,0 0 1,-32-8-1,34 5-496,-25-2 0,-15-5-1664,-6-4-1422,-24-8-2316,32 2-1401,37 12 4407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56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0 12005,'-15'14'1691,"4"1"-1533,0 0 0,1 1 1,1 0-1,0 0 0,1 1 0,1 0 1,1 1-1,0-1 0,1 1 0,1 1 1,1-1-1,1 0 0,-1 37 0,3-36-140,-1-11-11,1 0-1,0 0 0,0 0 1,1 0-1,0 0 0,0 0 0,1 0 1,0 0-1,4 9 0,-1-8-4,0 0-1,0 0 1,1-1-1,0 0 1,1 0-1,14 14 1,-17-18-2,1-1 1,-1 0 0,1 0 0,0 0 0,0 0 0,0-1 0,0 0-1,0 0 1,0 0 0,1-1 0,-1 0 0,1 0 0,-1 0 0,9 0-1,-5-1 15,-6 0-12,0 0 0,0 1 0,0-1 0,0 0 0,-1-1 0,1 1 0,0 0-1,0-1 1,0 0 0,-1 1 0,1-1 0,0 0 0,-1 0 0,1-1 0,-1 1 0,1 0 0,-1-1 0,4-3 0,8-10-19,-1-1 0,0 0 0,-1-1 0,-1-1 0,-1 0 0,13-29 0,-11 17-904,-2-1 0,-1-1 0,7-43 0,-13 51-1127,-1 0 1,-2-27-1,0 27-275,0 8 554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57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0 12785,'1'1'74,"-1"-1"0,1 0 0,0 1 0,-1-1 0,1 1 0,-1-1 0,1 1 0,0-1 1,-1 1-1,1-1 0,-1 1 0,0-1 0,1 1 0,-1 0 0,1-1 0,-1 1 0,0 0 0,0-1 0,1 1 0,-1 0 0,0-1 0,0 1 0,0 0 0,0 1 0,0-1-28,0-1 0,-1 1 0,1 0 0,-1 0 1,1 0-1,-1-1 0,1 1 0,-1 0 0,0 0 0,0-1 0,1 1 0,-1-1 0,0 1 0,0 0 0,1-1 0,-1 0 0,-2 1 0,-5 4-2,0 0-1,0 0 1,1 1 0,-1 0-1,1 0 1,1 1-1,-1 0 1,1 0-1,-5 8 1,9-11-46,1-1 0,0 1 0,-1 0 0,2-1-1,-1 1 1,0 0 0,1 0 0,-1 0 0,1 0 0,0-1 0,2 8 0,-2 4-27,0-13 29,1 0-1,-1 0 0,1-1 1,-1 1-1,1 0 0,0 0 1,0-1-1,0 1 0,0 0 1,0-1-1,0 1 0,0-1 1,0 1-1,0-1 0,4 3 0,27 21-20,-21-17 10,30 17 43,-29-18-30,-1 0 0,19 15 0,-29-21 2,0 0 0,-1 0 0,1 0 0,0 0 0,0 0-1,-1 0 1,1 0 0,0 0 0,-1 0 0,1 1 0,-1-1 0,0 0 0,1 0-1,-1 1 1,0-1 0,0 0 0,1 0 0,-1 1 0,0-1 0,-1 0 0,1 2 0,0-1-6,-1-1-1,0 0 0,0 0 0,0 0 0,0 0 0,-1-1 0,1 1 0,0 0 0,0-1 0,-1 1 0,1-1 1,0 1-1,-1-1 0,1 0 0,0 1 0,-1-1 0,-1 0 0,-3 1-28,-34 6-872,11-6-4695,29-1 5482,-1 0 1,1-1-1,-1 1 1,1 0-1,0-1 1,-1 1-1,1 0 1,0-1 0,-1 1-1,1-1 1,0 1-1,0-1 1,-1 1-1,1-1 1,0 1 0,0-1-1,0 1 1,0-1-1,0 1 1,0-1-1,-1 1 1,1-1-1,0 1 1,0-1 0,1 1-1,-1-1 1,0-23-2546,0 15 1255,0-4 42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57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8873,'8'-3'565,"1"1"0,0 0 1,0 0-1,0 1 0,15 0 0,-23 1-486,-1 1 0,1-1-1,-1 0 1,1 1-1,-1-1 1,1 1-1,-1-1 1,1 1-1,-1-1 1,0 1-1,1-1 1,-1 1-1,0 0 1,1-1-1,-1 1 1,0-1 0,0 1-1,0 0 1,0-1-1,1 1 1,-1 0-1,0-1 1,0 2-1,2 18 736,-2-18-650,1 12 143,-1-9-259,1 1 0,-1-1 0,1 0 0,0 1 0,0-1 0,2 6-1,-2-10-72,0 1-1,0-1 0,-1 0 0,1 0 1,0 0-1,0 1 0,0-1 1,0 0-1,0 0 0,1 0 0,-1 0 1,0-1-1,0 1 0,1 0 0,-1-1 1,0 1-1,1 0 0,-1-1 1,1 1-1,-1-1 0,1 0 0,-1 0 1,1 1-1,-1-1 0,0 0 0,3-1 1,0 2-90,-1-1 0,1 0 0,-1 0 0,0 0 0,1 0 0,-1-1 0,0 1 0,1-1 0,-1 0 0,0 0 0,1 0 0,-1-1 0,0 1 0,0-1 0,0 1 0,0-1 0,4-4 0,38-32-849,-1 2 163,78-83-1,-114 108 792,-5 7 78,0 0 1,1 1-1,-1-1 0,0 1 1,7-5 250,-10 8-275,0 0 0,0 0 1,0 0-1,0 0 1,0 0-1,0 0 0,-1 0 1,1 0-1,0 0 1,0 0-1,0 0 0,0 1 1,0-1-1,0 0 1,0 0-1,0 0 0,0 0 1,0 0-1,0 0 1,1 0-1,-1 0 0,0 0 1,0 0-1,0 0 1,0 0-1,0 1 0,0-1 1,0 0-1,0 0 1,0 0-1,0 0 0,0 0 1,0 0-1,0 0 1,0 0-1,0 0 0,0 0 1,0 0-1,0 0 1,0 0-1,1 0 0,-1 0 1,0 0-1,0 0 1,0 0-1,0 0 0,0 0 1,0 0-1,0 0 1,0 0-1,0 0 0,0 0 1,0 0-1,0 0 1,1 0-1,-1 0 0,0 0 1,-1 6 111,-1 0 1,1-1 0,-1 1-1,0-1 1,-1 1-1,1-1 1,-1 0-1,-6 10 1,-6 11 37,9-15-229,0 1 0,1-1 0,0 1 0,1 1-1,0-1 1,1 0 0,0 1 0,1 0 0,0 18-1,2-30-41,0 0 0,0 0 0,0 0 0,0 0 1,0 0-1,0 0 0,0 0 0,1 0 0,-1 0 0,0 0 0,1 0 0,-1 0 0,1-1 0,-1 1 0,1 0 0,-1 0 0,1 0 0,0 0 0,-1-1 0,1 1 0,0 0 0,0-1 0,0 1 0,-1 0 0,1-1 0,0 1 0,0-1 0,0 1 0,0-1 0,2 1 0,2 0-327,0 0 0,0-1 0,0 0 0,0 0-1,7 0 1,2-1-57,-12 1 392,1-1 1,0 1 0,-1-1-1,1 0 1,-1 0-1,0 0 1,1-1 0,-1 1-1,0 0 1,0-1-1,0 0 1,0 1 0,0-1-1,0 0 1,3-4-1,13-10-208,-11 11 332,0 0-1,0 1 0,1 0 0,-1 1 0,1-1 1,12-2-1,-12 4 875,0 1 1,1 0 0,14-1-1,-22 3-815,0-1 1,0 1-1,0-1 0,0 1 1,0 0-1,-1-1 0,1 1 0,0 0 1,0-1-1,0 1 0,-1 0 0,1 0 1,0 0-1,-1 0 0,1 0 1,0 0-1,-1 0 0,1 0 0,-1 0 1,0 0-1,1 0 0,-1 0 0,0 2 1,7 27 841,-6-12-433,3 19 963,-3-35-1312,-1 0 0,1 0 0,0 0 0,-1 0 1,1 0-1,0 0 0,0 0 0,0 0 0,0 0 0,0 0 0,1-1 0,-1 1 0,3 2 1,-2-3-128,-1 0 1,1 0 0,0-1 0,0 1 0,-1-1 0,1 1 0,0-1-1,0 0 1,0 1 0,0-1 0,2 0 0,26-1-222,-15 0-228,-10 0 164,0 0-1,0 0 1,0 0 0,0-1-1,-1 0 1,1 0-1,0 0 1,-1-1-1,1 1 1,7-7 0,12-6-751,93-57-7514,-98 60 6033,7-6-311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19:59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29 940 15777,'-1'0'4,"0"0"0,1 1 0,-1-1 0,0 0-1,0 0 1,1 1 0,-1-1 0,0 0 0,0 0-1,1 0 1,-1 0 0,0 0 0,0 0 0,0 0-1,1 0 1,-1-1 0,0 1 0,0 0 0,1 0 0,-1 0-1,0-1 1,1 1 0,-1-1 0,0 1 0,1 0-1,-1-1 1,0 1 0,1-1 0,-1 1 0,1-1-1,-1 0 1,1 1 0,-1-1 0,1 1 0,0-1-1,-1 0 1,1 0 0,0 1 0,-1-1 0,1 0-1,0 1 1,0-1 0,-1-1 0,0-4 7,1-1 1,-1 0 0,1 1-1,1-11 1,0 2 3,-1 13-14,-1-22 287,2 1-1,1-1 1,8-45 0,73-289 3675,-53 224-3848,-20 88 131,3 1 0,28-71 1,-40 115-224,-1-1 0,1 1 0,-1-1 0,1 1 0,-1 0 0,1-1 0,0 1 0,0 0 0,0 0 0,0-1 0,0 1 0,0 0 0,0 0 0,0 0 0,0 0 0,0 0 0,0 1 0,1-1 0,-1 0 0,0 0 0,1 1 0,-1-1 0,1 1 0,-1-1 0,0 1 0,1 0 0,-1 0 0,1-1 0,-1 1 0,1 0 0,2 1 0,-3-1 26,0 0-1,0 0 0,1 1 1,-1-1-1,0 0 0,0 1 1,0-1-1,0 1 0,0 0 1,0-1-1,0 1 0,0 0 1,0-1-1,0 1 0,0 0 1,-1 0-1,1 0 0,0 0 1,-1 0-1,2 1 0,13 28 383,-10-18-260,84 195-1215,-57-111-4464,27 134-1,-53-194 1297,4 45 1,-9-49 1955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20:00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15 837 9473,'-2'-3'569,"-1"0"0,1 0 0,1-1 1,-1 1-1,-1-6 0,2 9-486,1-1 0,0 0 0,0 0 0,0 0 0,-1 1 0,1-1 0,0 0 0,0 0 0,1 0 0,-1 0-1,0 1 1,0-1 0,0 0 0,0 0 0,1 0 0,-1 1 0,0-1 0,1 0 0,-1 0 0,1 1 0,-1-1 0,1 0 0,-1 1 0,1-1 0,-1 0 0,1 1 0,-1-1 0,1 1 0,0-1-1,1 0 1,14-8-603,1 1 0,0 1 0,1 0-1,20-4 1,-10 2-944,122-34-7880,-110 38 9444,1 4 5331,-33 1-3764,-7 0-1564,0 1 0,0-1-1,-1 0 1,1 1 0,0-1-1,-1 0 1,1 1-1,0-1 1,-1 1 0,1 0-1,-1-1 1,1 1 0,-1-1-1,1 1 1,-1 0 0,1-1-1,-1 1 1,1 0 0,-1-1-1,0 1 1,0 0 0,1 0-1,-1-1 1,0 1 0,0 0-1,0 0 1,0 0 0,0-1-1,0 2 1,2 31 1978,-2-28-1679,0 20 307,0-7-329,0 1 1,-1-1-1,0 0 1,-5 19-1,4-29-73,1-1 0,1 1 0,0-1 0,0 10 0,1 1 907,-1-18-764,1 0-447,-1 0 1,1 0-1,0 0 0,0 0 1,-1 0-1,1 0 0,0 0 0,0 0 1,-1 0-1,1-1 0,0 1 1,0 0-1,-1-1 0,1 1 0,0 0 1,-1-1-1,1 1 0,0-1 0,-1 1 1,1-1-1,-1 1 0,1-1 1,12-17-76,-6 9 8,38-43-1292,2 3 1,57-45 0,-97 88 1127,-4 3 71,0 0 0,0 0 0,0 1 0,0-1 0,0 1 0,1 0 0,-1 0 0,1 0-1,-1 1 1,1-1 0,0 1 0,-1 0 0,1 0 0,0 0 0,8 0 0,-11 1 51,0 0 0,0 0 0,0 0 0,-1 0-1,1 0 1,0 0 0,0 1 0,0-1 0,0 0 0,0 1 0,0-1 0,0 0 0,-1 1 0,1 0 0,0-1 0,0 1-1,-1-1 1,1 1 0,0 0 0,-1-1 0,2 2 0,9 7-710,4 0-33,-11-7 682,0 0 1,0 0 0,0 0-1,1 0 1,5 1 0,4 0 166,0-2 0,1 1 0,24-2 0,-21 0 1273,-18 0-1202,1-1 1,0 1-1,-1 0 1,1 0-1,-1 0 1,1-1-1,0 1 1,-1 0-1,1-1 1,-1 1-1,1 0 1,-1-1-1,0 1 1,1-1-1,-1 1 1,1-1-1,-1 1 1,0-1-1,1 1 1,-1-1-1,0 1 1,1-1-1,-1-1 1,7-19 1504,-3 8-455,2-12 200,-5 24-999,-1 4-184,-1 14 53,1-6-36,0-1-1,0 1 1,1 0 0,0-1 0,0 1 0,1-1 0,5 13 0,35 65 1558,-21-49-1129,19 57 0,-37-87-588,-1 0 1,0 0-1,0 0 1,-1 0-1,-1 17 1,0-25-13,0 0 1,-1 0-1,1-1 1,0 1-1,-1 0 1,1 0-1,-1 0 1,0-1-1,1 1 1,-1 0-1,1-1 1,-1 1-1,0 0 1,0-1-1,1 1 1,-1-1-1,0 1 1,0-1-1,0 1 1,0-1-1,0 0 1,0 0-1,1 1 0,-1-1 1,-2 0-1,-26 6-745,27-6 696,-18 2-1213,-23-1 0,28-2 847,13 1 347,-1 0 0,0 0 0,1-1-1,-1 1 1,0-1 0,1 0 0,-1 1-1,1-1 1,0-1 0,-1 1 0,1 0-1,0-1 1,-1 1 0,-1-3 0,0 1-240,0-1 0,0 0 0,0-1 0,1 1 0,0-1 0,-4-7 1,0-1-566,2 0 0,-1-1 0,2 0 1,-5-20-1,6 12-163,0 1-1,2-1 1,1-25 0,1 19 25,0 18 835,0 0 0,1 0 0,0 0 0,1 0 0,0 1 0,1-1 0,0 1 0,0 0 0,8-12 0,-7 11 422,-1 3 493,0 0 0,1 0 0,-1 0 0,1 1 0,11-11 0,-13 15-360,0-1-1,0 1 1,0 0-1,0 0 1,0 0-1,0 0 1,0 1-1,1-1 1,-1 1-1,1 0 1,-1 0-1,1 0 1,-1 0 0,8 0-1,-5 1 130,-4-1-376,-1 1 1,0 0-1,0 0 0,1 0 1,-1 0-1,0 0 0,0 0 1,1 0-1,-1 0 0,0 1 1,0-1-1,1 0 1,-1 1-1,0-1 0,0 1 1,0-1-1,0 1 0,0 0 1,0-1-1,0 1 0,0 0 1,0 0-1,0 0 0,0-1 1,0 1-1,0 0 0,0 2 1,33 74 1475,-14-27-915,-18-47-742,0-1 0,1 1 0,-1-1 0,0 0 1,1 0-1,0 0 0,-1 0 0,6 2 0,3 4-101,4 4 35,-9-9 108,0 2-1,-1-1 1,0 0-1,0 1 1,0 0 0,-1 0-1,1 1 1,-1-1-1,0 1 1,5 11-1,2 4 55,-10-21-34,-1 1 0,1 0 1,0 0-1,-1-1 0,1 1 1,0 0-1,0-1 0,-1 1 1,1 0-1,0-1 0,0 1 0,0-1 1,0 0-1,0 1 0,0-1 1,0 0-1,0 0 0,0 1 1,1-1-1,0-1-7,-1 1 0,0-1 0,0 0 0,0 0 0,0 0 0,0 0 0,0 1-1,0-1 1,0-1 0,-1 1 0,1 0 0,0 0 0,0 0 0,-1 0 0,1-2 0,5-5-52,23-27-84,-9 11 137,0 0-1,-1-2 1,-2 0 0,22-43 0,-23 29-12,-2 0-1,-2-1 1,-2-1 0,-2 0 0,4-54 0,-2-217 675,-10 261-364,-1 52-256,1 0 1,0 0 0,-1 0 0,1 0-1,0 0 1,-1 0 0,1 0 0,0 0 0,-1 0-1,1 0 1,0 0 0,-1 0 0,1 0 0,0 0-1,0 0 1,-1 0 0,1 0 0,0 0-1,-1 0 1,1 0 0,0 0 0,-1 1 0,1-1-1,0 0 1,0 0 0,-1 0 0,1 1 0,0-1-1,-1 0 53,0 5 291,-1-1 1,0 1 0,1-1-1,-1 7 1,-1 2 320,-2 15 642,0 2 1,0 52 0,3-47-950,1 97 339,1-78-562,2-19-95,0-1-1,9 39 1,21 67-96,-27-118-18,10 35-2214,25 61 0,-15-62-2885,2-3-3455,-23-46 5084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20:03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100 285 7121,'-1'3'251,"0"-1"0,0 0 1,0 0-1,-1 0 0,1 0 1,-1 0-1,0 0 1,1 0-1,-1-1 0,0 1 1,0-1-1,0 1 0,0-1 1,0 0-1,-5 2 2952,8-10-2828,-1 5-314,0-1 0,1 1 0,-1 0 0,0-1 1,-1 1-1,1-1 0,0 1 0,-1 0 1,0-5-1,-25-30 527,24 34-572,0 0-1,0 0 1,0-1 0,0 1 0,1 0 0,-1 0 0,-1-7-1,-5-11 60,5 16-15,1 1-1,0-1 0,0 0 1,1 0-1,-1 0 1,-1-9-1,3 12-14,-1 5-12,-1 7 5,2 259 668,1-266-702,-1 0-1,0-1 0,1 1 0,0-1 1,-1 1-1,1-1 0,0 1 1,0-1-1,1 0 0,-1 0 1,0 1-1,1-1 0,-1 0 1,1 0-1,0 0 0,0 0 1,0-1-1,0 1 0,0 0 1,0-1-1,0 0 0,0 1 0,1-1 1,-1 0-1,0 0 0,1 0 1,-1 0-1,1-1 0,-1 1 1,1-1-1,0 1 0,-1-1 1,1 0-1,3 0 0,-3 0-3,0-1-1,0 1 1,-1 0-1,1-1 0,0 1 1,0-1-1,0 0 1,-1 0-1,1 0 1,0 0-1,-1-1 1,1 1-1,-1-1 0,1 1 1,-1-1-1,0 0 1,4-4-1,0 1 6,11-9 0,-1 0 1,-1-1-1,0-1 1,-2-1-1,1 0 1,11-22-1,-18 27-90,0-1 0,-1 0 0,-1-1 0,0 1-1,-1-1 1,0 0 0,-1 0 0,-1-1 0,0 1-1,-1-18 1,0 19 18,-3-26-234,1 36 257,1 0 0,-1 0 0,0 0 1,0 0-1,0 1 0,0-1 0,0 0 0,-1 1 1,1-1-1,-4-4 0,0 2-244,-5-7-823,-18-17 0,25 27 490,1 0 0,-1 0-1,1 0 1,-1 0 0,0 0-1,0 1 1,0-1 0,0 1 0,0 0-1,0 0 1,0 0 0,0 0 0,-6-1-1,2 2-1544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20:03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0 4632,'0'0'62,"-1"0"0,1 0 0,-1 1 0,0-1 0,1 0 0,-1 0 0,1 0 0,-1 1 0,1-1 0,-1 0-1,1 0 1,0 1 0,-1-1 0,1 0 0,-1 1 0,1-1 0,0 1 0,-1-1 0,1 1 0,0-1 0,-1 0-1,1 1 1,0-1 0,0 1 0,-1-1 0,1 1 0,0 0 0,0-1 0,0 1 0,0-1 0,0 1 0,0-1 0,0 2-1,0 24 3267,0-15-1710,0-10-1066,-2 0-18,-27 12 1014,-5 3-873,-45 27 0,74-39-662,-11 5-42,15-9 55,3 2-43,4 4 21,-5-5-1,0 0-1,0 0 1,0 0-1,0 0 0,0 1 1,0-1-1,0 0 1,0 1-1,-1-1 0,2 2 1,3 7-1,0-1 0,1 0 1,1-1-1,-1 1 0,1-1 0,1-1 1,9 10-1,1 0 26,-11-9 35,3 1-98,-2 0 0,12 16 0,-17-21 158,-1-1 0,0 1 1,0 0-1,-1 0 0,1-1 0,-1 1 0,0 1 1,0-1-1,0 0 0,-1 0 0,1 7 1,-1-10-50,0 0 0,-1 0 0,1-1 1,-1 1-1,1 0 0,-1-1 1,1 1-1,-1 0 0,0-1 0,1 1 1,-1 0-1,0-1 0,1 1 1,-1-1-1,0 0 0,-1 2 0,-19 8 656,11-5-459,-1 2-493,-1-1 0,0-1 0,0 0 1,-20 5-1,4-5-3650,-1-4-4689,27-3 6066,2-11 443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20:04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9233,'-9'0'1428,"-7"1"1134,15-1-2530,1 0 0,0 0 1,-1 0-1,1 0 0,0 0 0,-1 0 0,1 0 0,0 1 1,-1-1-1,1 0 0,0 0 0,-1 0 0,1 1 0,0-1 1,0 0-1,-1 0 0,1 1 0,0-1 0,0 0 0,0 0 1,-1 1-1,1-1 0,0 0 0,0 1 0,0-1 0,0 0 1,0 1-1,0-1 0,-1 0 0,1 1 0,0-1 0,0 1 1,-1 0 254,1-1-270,0 0-1,0 0 0,-1 1 0,1-1 1,0 0-1,0 0 0,0 0 0,-1 0 1,1 0-1,0 1 0,0-1 0,0 0 1,0 0-1,-1 0 0,1 1 1,0-1-1,0 0 0,0 0 0,0 0 1,0 1-1,0-1 0,0 0 0,0 0 1,-1 1-1,1-1 0,0 0 1,0 0-1,0 1 0,0-1 0,0 0 1,0 0-1,1 1 0,-1-1 0,0 0 1,0 0-1,0 1 0,0-1 1,0 0-1,0 0 0,0 1 0,0-1 1,1 0-1,-1 0 0,0 0 0,0 1 1,0-1-1,0 0 0,1 0 1,-1 0-1,0 1 0,6 1 10,-1 1 0,1-1 0,0 0 0,0 0 0,0-1 0,0 1 0,8 0-1,48-1-43,-43-1 40,-16 0-22,0-1 0,-1 0-1,1 1 1,0-1 0,-1 0-1,1 0 1,-1 0 0,1-1-1,-1 1 1,1-1 0,-1 1-1,0-1 1,4-4 0,1 5 106,-9 2-98,-1-1 1,1 1-1,0 0 1,0 1-1,0-1 1,-1 0-1,1 1 1,1-1-1,-1 1 1,0-1-1,0 1 1,1 0-1,-1 0 1,0 0-1,1 0 1,-2 3-1,-25 41 37,27-43-45,-4 6 0,0-1-1,1 1 1,0 0-1,1 0 1,0 1 0,0-1-1,1 1 1,1 0-1,-1-1 1,1 16-1,19-24-69,-15-1 59,-1 0 0,0-1 0,0 1 1,1-1-1,-1 1 0,0-1 0,0 0 0,0 0 1,0 0-1,0 0 0,0 0 0,3-2 0,21-21-85,-9 7 25,-16 17 71,23-21-168,37-40 0,-61 61 167,0 0-1,0 0 1,0 0-1,0-1 1,0 1-1,0 0 0,0 0 1,1 0-1,-1 0 1,0 0-1,0 0 1,0 0-1,0 0 0,0 0 1,0 0-1,0 0 1,0 0-1,0 0 1,0 0-1,0 0 0,1 0 1,-1 0-1,0 0 1,0 0-1,0 0 1,0 0-1,0 0 1,0 0-1,0 0 0,0 0 1,0 0-1,0 0 1,1 0-1,-1 0 1,0 0-1,0 0 0,0 0 1,0 0-1,0 0 1,0 0-1,0 0 1,0 0-1,0 0 0,0 0 1,0 0-1,1 0 1,-1 1-1,0-1 1,0 0-1,0 0 0,0 0 1,0 0-1,0 0 1,0 0-1,0 0 1,0 0-1,0 0 0,0 0 1,0 0-1,0 1 1,0-1-1,2 11-21,-2 18 28,0-26-22,0 0 13,0-1 0,0 0 0,0 1 0,0-1 0,1 0 0,-1 0 0,0 1 0,1-1 0,0 0 0,-1 0 0,1 0 0,0 0 0,0 0 0,0 0 0,1 0 0,-1 0 0,0 0 0,1 0 0,-1-1 0,1 1 0,-1 0 0,1-1 0,0 0 0,0 1 0,0-1 0,0 0 0,0 0 0,0 0 0,0 0 0,0 0 0,0 0 0,0-1 0,1 1 0,2 0 0,1-1 6,-1 1 0,1-1 0,10 0-1,-1-1 31,-14 1-39,0 0 0,0 0 0,0 0 0,0-1 0,0 1-1,0 0 1,0-1 0,0 1 0,0-1 0,0 1 0,0-1 0,0 0 0,0 1 0,-1-1-1,1 0 1,0 1 0,0-1 0,-1 0 0,1 0 0,0-1 0,10-8-267,-6 7-147,0 0 0,-1-1 0,1 0 0,-1 0-1,0 0 1,0 0 0,4-7 0,22-37-7549,-25 39 6160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20:04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10293,'0'48'6731,"13"-48"-6484,161 0-2717,-169 0 2156,0-1 0,0 1 1,0-1-1,0 0 0,0-1 1,-1 1-1,1-1 0,0 0 1,4-3-1,7-5-2491,16-12-1,-32 22 2740,17-12-2303,-2-1 351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20:04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 9305,'0'0'136,"1"-1"0,-1 1 1,0 0-1,1-1 0,-1 1 0,1 0 1,-1 0-1,1 0 0,-1-1 0,0 1 1,1 0-1,-1 0 0,1 0 0,-1 0 1,1 0-1,-1 0 0,1 0 0,-1 0 1,1 0-1,-1 0 0,1 0 0,-1 0 1,0 0-1,1 0 0,-1 0 0,1 0 1,-1 1-1,1-1 0,0 14 3385,-1-5-4077,0-4 803,-1 0-1,1 0 1,-1 0 0,0-1-1,-3 7 1,-3 14 942,0 17-98,2 1 1,0 43-1,5 149-7730,5-194 3759,0-1-3945,-5-28 3989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20:05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9165,'11'0'464,"-2"0"264,0 14 32,-1-14 8,-1 12-464,3-12-244,-3 0-152,3 0-272,0 0-340,4 0-396,3 0-456,0 0-928,5 0 123,-2 0 385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20:05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9345,'-1'9'441,"0"-1"1,0 1 0,-1-1-1,0 1 1,-1-1 0,0 0-1,0 0 1,-8 13-1,7-13-237,-6 25 745,6-20-730,3-5-152,-1 1 0,2 0 0,-1 0-1,1 0 1,2 13 0,-1 5-90,-1-26-12,0 0-1,1 0 1,-1 1-1,1-1 1,-1 0-1,1 0 1,0 0-1,-1 0 1,1 0-1,0 0 1,0 0-1,0 0 1,0 0-1,0 0 1,0 0-1,0-1 1,0 1-1,0 0 1,0-1-1,0 1 1,0-1-1,0 1 1,1-1-1,-1 1 1,2-1-1,2 2-329,0-1 0,0 0-1,1 0 1,-1 0 0,6 0-1,-8-1 264,0 0 0,-1 0 0,1-1 0,0 1 0,0-1-1,-1 1 1,1-1 0,0 0 0,-1 0 0,1 0-1,-1-1 1,1 1 0,-1-1 0,1 1 0,-1-1 0,0 0-1,0 1 1,0-1 0,2-3 0,3-1-45,32-30 469,51-62 0,-87 95-88,-2 1-83,0 0-1,0 1 0,0-1 0,0 1 0,0-1 0,1 1 1,-1 0-1,1 0 0,-1-1 0,1 1 0,-1 0 0,1 0 0,0 0 1,0 1-1,-1-1 0,1 0 0,2 0 0,-3 15 826,-1 11-609,1-1-471,-2 0 0,-7 49 1,5-32-1588,-3 2-1688,5-13-1632,1-20 2943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20:05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137 405 8021,'0'0'51,"1"0"1,0 0 0,0 1 0,-1-1-1,1 0 1,0 1 0,-1-1-1,1 1 1,0-1 0,-1 1 0,1-1-1,-1 1 1,1-1 0,-1 1-1,1-1 1,-1 1 0,1 0 0,-1-1-1,0 1 1,1 0 0,-1-1-1,0 1 1,1 0 0,-1 0-1,0-1 1,0 1 0,0 0 0,0 1-1,3 29 1828,-2-23-1173,0 16 491,0 0 1,-4 41-1,-11 27 893,-2 137-1,16-60-4121,0-165 1849,0-1 0,0 0-1,1 0 1,-1 0 0,1 0-1,1 4 1,-2-7-14,1 1 1,-1 0 0,0 0-1,1-1 1,-1 1-1,0 0 1,1-1-1,-1 1 1,1 0-1,-1-1 1,1 1 0,-1-1-1,1 1 1,0 0-1,-1-1 1,1 0-1,0 1 1,-1-1 0,1 1-1,0-1 1,0 0-1,-1 1 1,1-1-1,0 0 1,0 0-1,1 0 1,-1-3-1527,-1-60-1838,2 14 2001,-3 1 1,-13-95-1,-3 60 2056,-93-528 11767,107 583-11593,2-31-1,1 44-392,3 15-151,-1 0-107,0 1 1,0-1 0,1 1-1,-1 0 1,0 0 0,0 0-1,0 0 1,0 0 0,0 1-1,0-1 1,-1 0 0,1 1-1,0 0 1,-1-1 0,1 1 0,-1 0-1,2 3 1,25 39 397,-24-38-350,55 115 523,-50-99-653,-1 0-1,-1 1 0,6 39 0,-11-9-682,-2-39 466,0-13 205,0 0 0,0 1 0,-1-1 0,1 0 0,0 1 1,-1-1-1,1 0 0,-1 1 0,1-1 0,-1 0 0,0 0 0,1 1 0,-1-1 0,0 0 0,0 0 0,0 0 0,0 0 0,0 0 0,0 0 1,0-1-1,0 1 0,0 0 0,-1 0 0,1-1 0,0 1 0,0-1 0,-1 1 0,1-1 0,0 1 0,-2-1 0,-5 2-1482,1-1 1,-1 0-1,1 0 0,-10-1 0,14-3-619,-3-10 245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23:20:06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8241,'74'113'2027,"-64"-97"-1721,-6-11-170,0 1-1,0 0 0,0-1 1,1 0-1,9 9 1,-11-12-109,-1 0 0,1 0 0,0-1 0,0 1 0,0 0 0,0-1 0,0 0 0,1 0 0,-1 0 0,0 0 1,0 0-1,1-1 0,4 1 0,0-1-9,-6 0-56,1 1 1,0-1-1,0 0 0,-1-1 0,1 1 1,0 0-1,0-1 0,-1 1 0,1-1 1,0 0-1,-1 0 0,1 0 0,-1 0 1,1 0-1,-1-1 0,4-1 0,2-5-178,0 1-1,0-1 0,0-1 1,-1 0-1,0 0 0,-1 0 1,0 0-1,-1-1 0,8-17 0,-10 18 818,0-1-1,0 0 0,-1 0 0,-1 0 0,1-1 0,-1-13 1,-1 39 517,1-7-868,-1-1 0,0 1 1,-1 0-1,-1 12 0,-1-10-143,1-5-69,0 0 0,1 0 0,0 0 0,0 1 0,1 6 0,-8 97 146,7-75-368,0-9 381,3 34-1,-1-53-421,0 0-1,0 0 0,0 0 0,1 0 0,-1-1 0,1 1 0,1-1 0,-1 1 0,1-1 0,0 0 0,4 6 0,-6-11-185,0 1 0,0 0 0,1-1 0,-1 1 0,0-1-1,0 1 1,1-1 0,-1 0 0,0 1 0,0-1 0,1 0 0,-1 0 0,0 0-1,1 0 1,-1 0 0,0 0 0,0-1 0,1 1 0,-1 0 0,0-1 0,3 0-1,5-10-1918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7FE11-279C-4A31-AF18-49445EF40DF0}" type="datetimeFigureOut">
              <a:rPr lang="en-CA" smtClean="0"/>
              <a:t>2026-01-29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69246-A70B-4C9F-A67E-C2E21AFF71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205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6611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4492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5360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3895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4597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911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2380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We’ve seen how multiple</a:t>
            </a:r>
            <a:r>
              <a:rPr lang="en-CA" baseline="0" dirty="0"/>
              <a:t> inheritance can cause issues. One of them is f</a:t>
            </a:r>
            <a:r>
              <a:rPr lang="en-CA" dirty="0"/>
              <a:t>iguring out the order of method</a:t>
            </a:r>
            <a:r>
              <a:rPr lang="en-CA" baseline="0" dirty="0"/>
              <a:t> calls through the inheritance hierarchy. Method resolution order is a set of rules that helps us determine this order.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5507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9509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8084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7035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3FC6-D72B-9940-8FDE-F065BEF352F0}" type="datetime1">
              <a:rPr lang="en-CA" smtClean="0"/>
              <a:t>2026-01-29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705-CEBB-CB4F-87A3-11D821D9C45D}" type="datetime1">
              <a:rPr lang="en-CA" smtClean="0"/>
              <a:t>2026-01-29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29637A9-119A-49DA-BD12-AAC58B377D8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99FE-FFD3-E842-8D95-41C74A6EC40F}" type="datetime1">
              <a:rPr lang="en-CA" smtClean="0"/>
              <a:t>2026-01-29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5CC88-49FB-974F-BEFC-66DCE03E7B79}" type="datetime1">
              <a:rPr lang="en-CA" smtClean="0"/>
              <a:t>2026-01-29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88304-DFAB-CB4C-8A8A-3C6260A52758}" type="datetime1">
              <a:rPr lang="en-CA" smtClean="0"/>
              <a:t>2026-01-29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5BAA-FE0B-DB4B-B8A9-4D3F115C4A1A}" type="datetime1">
              <a:rPr lang="en-CA" smtClean="0"/>
              <a:t>2026-01-29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2BF85-5C6C-9B49-893C-049EED8C58F7}" type="datetime1">
              <a:rPr lang="en-CA" smtClean="0"/>
              <a:t>2026-01-29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3A7A572-B7A3-4747-97F2-7872AB56EC5E}" type="datetime1">
              <a:rPr lang="en-CA" smtClean="0"/>
              <a:t>2026-01-29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1481-9C49-D74C-9878-3AF2A15D48C7}" type="datetime1">
              <a:rPr lang="en-CA" smtClean="0"/>
              <a:t>2026-01-29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87E2-EF72-BF44-BB02-1FBAE051096A}" type="datetime1">
              <a:rPr lang="en-CA" smtClean="0"/>
              <a:t>2026-01-29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34098-C97C-F248-8B11-373F2CED691E}" type="datetime1">
              <a:rPr lang="en-CA" smtClean="0"/>
              <a:t>2026-01-29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2FDC5A8-3E0D-B648-BE6E-524B39EC15D5}" type="datetime1">
              <a:rPr lang="en-CA" smtClean="0"/>
              <a:t>2026-01-29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3.png"/><Relationship Id="rId18" Type="http://schemas.openxmlformats.org/officeDocument/2006/relationships/customXml" Target="../ink/ink13.xml"/><Relationship Id="rId26" Type="http://schemas.openxmlformats.org/officeDocument/2006/relationships/customXml" Target="../ink/ink17.xml"/><Relationship Id="rId3" Type="http://schemas.openxmlformats.org/officeDocument/2006/relationships/image" Target="../media/image8.png"/><Relationship Id="rId21" Type="http://schemas.openxmlformats.org/officeDocument/2006/relationships/image" Target="../media/image17.png"/><Relationship Id="rId7" Type="http://schemas.openxmlformats.org/officeDocument/2006/relationships/image" Target="../media/image10.png"/><Relationship Id="rId12" Type="http://schemas.openxmlformats.org/officeDocument/2006/relationships/customXml" Target="../ink/ink10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12.xml"/><Relationship Id="rId20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12.png"/><Relationship Id="rId24" Type="http://schemas.openxmlformats.org/officeDocument/2006/relationships/customXml" Target="../ink/ink16.xml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10" Type="http://schemas.openxmlformats.org/officeDocument/2006/relationships/customXml" Target="../ink/ink9.xml"/><Relationship Id="rId19" Type="http://schemas.openxmlformats.org/officeDocument/2006/relationships/image" Target="../media/image16.png"/><Relationship Id="rId4" Type="http://schemas.openxmlformats.org/officeDocument/2006/relationships/customXml" Target="../ink/ink6.xml"/><Relationship Id="rId9" Type="http://schemas.openxmlformats.org/officeDocument/2006/relationships/image" Target="../media/image11.png"/><Relationship Id="rId14" Type="http://schemas.openxmlformats.org/officeDocument/2006/relationships/customXml" Target="../ink/ink11.xml"/><Relationship Id="rId22" Type="http://schemas.openxmlformats.org/officeDocument/2006/relationships/customXml" Target="../ink/ink15.xml"/><Relationship Id="rId27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3.xml"/><Relationship Id="rId18" Type="http://schemas.openxmlformats.org/officeDocument/2006/relationships/image" Target="../media/image29.png"/><Relationship Id="rId26" Type="http://schemas.openxmlformats.org/officeDocument/2006/relationships/image" Target="../media/image33.png"/><Relationship Id="rId39" Type="http://schemas.openxmlformats.org/officeDocument/2006/relationships/customXml" Target="../ink/ink36.xml"/><Relationship Id="rId21" Type="http://schemas.openxmlformats.org/officeDocument/2006/relationships/customXml" Target="../ink/ink27.xml"/><Relationship Id="rId34" Type="http://schemas.openxmlformats.org/officeDocument/2006/relationships/image" Target="../media/image37.png"/><Relationship Id="rId7" Type="http://schemas.openxmlformats.org/officeDocument/2006/relationships/customXml" Target="../ink/ink20.xml"/><Relationship Id="rId12" Type="http://schemas.openxmlformats.org/officeDocument/2006/relationships/image" Target="../media/image26.png"/><Relationship Id="rId17" Type="http://schemas.openxmlformats.org/officeDocument/2006/relationships/customXml" Target="../ink/ink25.xml"/><Relationship Id="rId25" Type="http://schemas.openxmlformats.org/officeDocument/2006/relationships/customXml" Target="../ink/ink29.xml"/><Relationship Id="rId33" Type="http://schemas.openxmlformats.org/officeDocument/2006/relationships/customXml" Target="../ink/ink33.xml"/><Relationship Id="rId38" Type="http://schemas.openxmlformats.org/officeDocument/2006/relationships/image" Target="../media/image39.png"/><Relationship Id="rId2" Type="http://schemas.openxmlformats.org/officeDocument/2006/relationships/image" Target="../media/image21.png"/><Relationship Id="rId16" Type="http://schemas.openxmlformats.org/officeDocument/2006/relationships/image" Target="../media/image28.png"/><Relationship Id="rId20" Type="http://schemas.openxmlformats.org/officeDocument/2006/relationships/image" Target="../media/image30.png"/><Relationship Id="rId29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customXml" Target="../ink/ink22.xml"/><Relationship Id="rId24" Type="http://schemas.openxmlformats.org/officeDocument/2006/relationships/image" Target="../media/image32.png"/><Relationship Id="rId32" Type="http://schemas.openxmlformats.org/officeDocument/2006/relationships/image" Target="../media/image36.png"/><Relationship Id="rId37" Type="http://schemas.openxmlformats.org/officeDocument/2006/relationships/customXml" Target="../ink/ink35.xml"/><Relationship Id="rId40" Type="http://schemas.openxmlformats.org/officeDocument/2006/relationships/image" Target="../media/image40.png"/><Relationship Id="rId5" Type="http://schemas.openxmlformats.org/officeDocument/2006/relationships/customXml" Target="../ink/ink19.xml"/><Relationship Id="rId15" Type="http://schemas.openxmlformats.org/officeDocument/2006/relationships/customXml" Target="../ink/ink24.xml"/><Relationship Id="rId23" Type="http://schemas.openxmlformats.org/officeDocument/2006/relationships/customXml" Target="../ink/ink28.xml"/><Relationship Id="rId28" Type="http://schemas.openxmlformats.org/officeDocument/2006/relationships/image" Target="../media/image34.png"/><Relationship Id="rId36" Type="http://schemas.openxmlformats.org/officeDocument/2006/relationships/image" Target="../media/image38.png"/><Relationship Id="rId10" Type="http://schemas.openxmlformats.org/officeDocument/2006/relationships/image" Target="../media/image25.png"/><Relationship Id="rId19" Type="http://schemas.openxmlformats.org/officeDocument/2006/relationships/customXml" Target="../ink/ink26.xml"/><Relationship Id="rId31" Type="http://schemas.openxmlformats.org/officeDocument/2006/relationships/customXml" Target="../ink/ink32.xml"/><Relationship Id="rId4" Type="http://schemas.openxmlformats.org/officeDocument/2006/relationships/image" Target="../media/image22.png"/><Relationship Id="rId9" Type="http://schemas.openxmlformats.org/officeDocument/2006/relationships/customXml" Target="../ink/ink21.xml"/><Relationship Id="rId14" Type="http://schemas.openxmlformats.org/officeDocument/2006/relationships/image" Target="../media/image27.png"/><Relationship Id="rId22" Type="http://schemas.openxmlformats.org/officeDocument/2006/relationships/image" Target="../media/image31.png"/><Relationship Id="rId27" Type="http://schemas.openxmlformats.org/officeDocument/2006/relationships/customXml" Target="../ink/ink30.xml"/><Relationship Id="rId30" Type="http://schemas.openxmlformats.org/officeDocument/2006/relationships/image" Target="../media/image35.png"/><Relationship Id="rId35" Type="http://schemas.openxmlformats.org/officeDocument/2006/relationships/customXml" Target="../ink/ink34.xml"/><Relationship Id="rId8" Type="http://schemas.openxmlformats.org/officeDocument/2006/relationships/image" Target="../media/image24.png"/><Relationship Id="rId3" Type="http://schemas.openxmlformats.org/officeDocument/2006/relationships/customXml" Target="../ink/ink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python.org/download/releases/2.3/mro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python.org/download/releases/2.3/mro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C3_linearization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3_linearization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.png"/><Relationship Id="rId21" Type="http://schemas.openxmlformats.org/officeDocument/2006/relationships/customXml" Target="../ink/ink46.xml"/><Relationship Id="rId42" Type="http://schemas.openxmlformats.org/officeDocument/2006/relationships/image" Target="../media/image71.png"/><Relationship Id="rId47" Type="http://schemas.openxmlformats.org/officeDocument/2006/relationships/customXml" Target="../ink/ink59.xml"/><Relationship Id="rId63" Type="http://schemas.openxmlformats.org/officeDocument/2006/relationships/customXml" Target="../ink/ink67.xml"/><Relationship Id="rId68" Type="http://schemas.openxmlformats.org/officeDocument/2006/relationships/image" Target="../media/image84.png"/><Relationship Id="rId16" Type="http://schemas.openxmlformats.org/officeDocument/2006/relationships/image" Target="../media/image58.png"/><Relationship Id="rId11" Type="http://schemas.openxmlformats.org/officeDocument/2006/relationships/customXml" Target="../ink/ink41.xml"/><Relationship Id="rId24" Type="http://schemas.openxmlformats.org/officeDocument/2006/relationships/image" Target="../media/image62.png"/><Relationship Id="rId32" Type="http://schemas.openxmlformats.org/officeDocument/2006/relationships/image" Target="../media/image66.png"/><Relationship Id="rId37" Type="http://schemas.openxmlformats.org/officeDocument/2006/relationships/customXml" Target="../ink/ink54.xml"/><Relationship Id="rId40" Type="http://schemas.openxmlformats.org/officeDocument/2006/relationships/image" Target="../media/image70.png"/><Relationship Id="rId45" Type="http://schemas.openxmlformats.org/officeDocument/2006/relationships/customXml" Target="../ink/ink58.xml"/><Relationship Id="rId53" Type="http://schemas.openxmlformats.org/officeDocument/2006/relationships/customXml" Target="../ink/ink62.xml"/><Relationship Id="rId58" Type="http://schemas.openxmlformats.org/officeDocument/2006/relationships/image" Target="../media/image79.png"/><Relationship Id="rId66" Type="http://schemas.openxmlformats.org/officeDocument/2006/relationships/image" Target="../media/image83.png"/><Relationship Id="rId74" Type="http://schemas.openxmlformats.org/officeDocument/2006/relationships/image" Target="../media/image87.png"/><Relationship Id="rId5" Type="http://schemas.openxmlformats.org/officeDocument/2006/relationships/customXml" Target="../ink/ink38.xml"/><Relationship Id="rId61" Type="http://schemas.openxmlformats.org/officeDocument/2006/relationships/customXml" Target="../ink/ink66.xml"/><Relationship Id="rId19" Type="http://schemas.openxmlformats.org/officeDocument/2006/relationships/customXml" Target="../ink/ink45.xml"/><Relationship Id="rId14" Type="http://schemas.openxmlformats.org/officeDocument/2006/relationships/image" Target="../media/image57.png"/><Relationship Id="rId22" Type="http://schemas.openxmlformats.org/officeDocument/2006/relationships/image" Target="../media/image61.png"/><Relationship Id="rId27" Type="http://schemas.openxmlformats.org/officeDocument/2006/relationships/customXml" Target="../ink/ink49.xml"/><Relationship Id="rId30" Type="http://schemas.openxmlformats.org/officeDocument/2006/relationships/image" Target="../media/image65.png"/><Relationship Id="rId35" Type="http://schemas.openxmlformats.org/officeDocument/2006/relationships/customXml" Target="../ink/ink53.xml"/><Relationship Id="rId43" Type="http://schemas.openxmlformats.org/officeDocument/2006/relationships/customXml" Target="../ink/ink57.xml"/><Relationship Id="rId48" Type="http://schemas.openxmlformats.org/officeDocument/2006/relationships/image" Target="../media/image74.png"/><Relationship Id="rId56" Type="http://schemas.openxmlformats.org/officeDocument/2006/relationships/image" Target="../media/image78.png"/><Relationship Id="rId64" Type="http://schemas.openxmlformats.org/officeDocument/2006/relationships/image" Target="../media/image82.png"/><Relationship Id="rId69" Type="http://schemas.openxmlformats.org/officeDocument/2006/relationships/customXml" Target="../ink/ink70.xml"/><Relationship Id="rId77" Type="http://schemas.openxmlformats.org/officeDocument/2006/relationships/customXml" Target="../ink/ink74.xml"/><Relationship Id="rId8" Type="http://schemas.openxmlformats.org/officeDocument/2006/relationships/image" Target="../media/image54.png"/><Relationship Id="rId51" Type="http://schemas.openxmlformats.org/officeDocument/2006/relationships/customXml" Target="../ink/ink61.xml"/><Relationship Id="rId72" Type="http://schemas.openxmlformats.org/officeDocument/2006/relationships/image" Target="../media/image86.png"/><Relationship Id="rId3" Type="http://schemas.openxmlformats.org/officeDocument/2006/relationships/customXml" Target="../ink/ink37.xml"/><Relationship Id="rId12" Type="http://schemas.openxmlformats.org/officeDocument/2006/relationships/image" Target="../media/image56.png"/><Relationship Id="rId17" Type="http://schemas.openxmlformats.org/officeDocument/2006/relationships/customXml" Target="../ink/ink44.xml"/><Relationship Id="rId25" Type="http://schemas.openxmlformats.org/officeDocument/2006/relationships/customXml" Target="../ink/ink48.xml"/><Relationship Id="rId33" Type="http://schemas.openxmlformats.org/officeDocument/2006/relationships/customXml" Target="../ink/ink52.xml"/><Relationship Id="rId38" Type="http://schemas.openxmlformats.org/officeDocument/2006/relationships/image" Target="../media/image69.png"/><Relationship Id="rId46" Type="http://schemas.openxmlformats.org/officeDocument/2006/relationships/image" Target="../media/image73.png"/><Relationship Id="rId59" Type="http://schemas.openxmlformats.org/officeDocument/2006/relationships/customXml" Target="../ink/ink65.xml"/><Relationship Id="rId67" Type="http://schemas.openxmlformats.org/officeDocument/2006/relationships/customXml" Target="../ink/ink69.xml"/><Relationship Id="rId20" Type="http://schemas.openxmlformats.org/officeDocument/2006/relationships/image" Target="../media/image60.png"/><Relationship Id="rId41" Type="http://schemas.openxmlformats.org/officeDocument/2006/relationships/customXml" Target="../ink/ink56.xml"/><Relationship Id="rId54" Type="http://schemas.openxmlformats.org/officeDocument/2006/relationships/image" Target="../media/image77.png"/><Relationship Id="rId62" Type="http://schemas.openxmlformats.org/officeDocument/2006/relationships/image" Target="../media/image81.png"/><Relationship Id="rId70" Type="http://schemas.openxmlformats.org/officeDocument/2006/relationships/image" Target="../media/image85.png"/><Relationship Id="rId75" Type="http://schemas.openxmlformats.org/officeDocument/2006/relationships/customXml" Target="../ink/ink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5" Type="http://schemas.openxmlformats.org/officeDocument/2006/relationships/customXml" Target="../ink/ink43.xml"/><Relationship Id="rId23" Type="http://schemas.openxmlformats.org/officeDocument/2006/relationships/customXml" Target="../ink/ink47.xml"/><Relationship Id="rId28" Type="http://schemas.openxmlformats.org/officeDocument/2006/relationships/image" Target="../media/image64.png"/><Relationship Id="rId36" Type="http://schemas.openxmlformats.org/officeDocument/2006/relationships/image" Target="../media/image68.png"/><Relationship Id="rId49" Type="http://schemas.openxmlformats.org/officeDocument/2006/relationships/customXml" Target="../ink/ink60.xml"/><Relationship Id="rId57" Type="http://schemas.openxmlformats.org/officeDocument/2006/relationships/customXml" Target="../ink/ink64.xml"/><Relationship Id="rId10" Type="http://schemas.openxmlformats.org/officeDocument/2006/relationships/image" Target="../media/image55.png"/><Relationship Id="rId31" Type="http://schemas.openxmlformats.org/officeDocument/2006/relationships/customXml" Target="../ink/ink51.xml"/><Relationship Id="rId44" Type="http://schemas.openxmlformats.org/officeDocument/2006/relationships/image" Target="../media/image72.png"/><Relationship Id="rId52" Type="http://schemas.openxmlformats.org/officeDocument/2006/relationships/image" Target="../media/image76.png"/><Relationship Id="rId60" Type="http://schemas.openxmlformats.org/officeDocument/2006/relationships/image" Target="../media/image80.png"/><Relationship Id="rId65" Type="http://schemas.openxmlformats.org/officeDocument/2006/relationships/customXml" Target="../ink/ink68.xml"/><Relationship Id="rId73" Type="http://schemas.openxmlformats.org/officeDocument/2006/relationships/customXml" Target="../ink/ink72.xml"/><Relationship Id="rId78" Type="http://schemas.openxmlformats.org/officeDocument/2006/relationships/image" Target="../media/image89.png"/><Relationship Id="rId4" Type="http://schemas.openxmlformats.org/officeDocument/2006/relationships/image" Target="../media/image52.png"/><Relationship Id="rId9" Type="http://schemas.openxmlformats.org/officeDocument/2006/relationships/customXml" Target="../ink/ink40.xml"/><Relationship Id="rId13" Type="http://schemas.openxmlformats.org/officeDocument/2006/relationships/customXml" Target="../ink/ink42.xml"/><Relationship Id="rId18" Type="http://schemas.openxmlformats.org/officeDocument/2006/relationships/image" Target="../media/image59.png"/><Relationship Id="rId39" Type="http://schemas.openxmlformats.org/officeDocument/2006/relationships/customXml" Target="../ink/ink55.xml"/><Relationship Id="rId34" Type="http://schemas.openxmlformats.org/officeDocument/2006/relationships/image" Target="../media/image67.png"/><Relationship Id="rId50" Type="http://schemas.openxmlformats.org/officeDocument/2006/relationships/image" Target="../media/image75.png"/><Relationship Id="rId55" Type="http://schemas.openxmlformats.org/officeDocument/2006/relationships/customXml" Target="../ink/ink63.xml"/><Relationship Id="rId76" Type="http://schemas.openxmlformats.org/officeDocument/2006/relationships/image" Target="../media/image88.png"/><Relationship Id="rId7" Type="http://schemas.openxmlformats.org/officeDocument/2006/relationships/customXml" Target="../ink/ink39.xml"/><Relationship Id="rId71" Type="http://schemas.openxmlformats.org/officeDocument/2006/relationships/customXml" Target="../ink/ink71.xml"/><Relationship Id="rId2" Type="http://schemas.openxmlformats.org/officeDocument/2006/relationships/image" Target="../media/image51.jpeg"/><Relationship Id="rId29" Type="http://schemas.openxmlformats.org/officeDocument/2006/relationships/customXml" Target="../ink/ink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79" y="758952"/>
            <a:ext cx="10006149" cy="3566160"/>
          </a:xfrm>
        </p:spPr>
        <p:txBody>
          <a:bodyPr/>
          <a:lstStyle/>
          <a:p>
            <a:r>
              <a:rPr lang="en-CA" dirty="0"/>
              <a:t>Multiple Inheritance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9531663" cy="1143000"/>
          </a:xfrm>
        </p:spPr>
        <p:txBody>
          <a:bodyPr>
            <a:normAutofit/>
          </a:bodyPr>
          <a:lstStyle/>
          <a:p>
            <a:r>
              <a:rPr lang="en-CA"/>
              <a:t>COMP3522 Object Oriented Programming 2</a:t>
            </a:r>
          </a:p>
          <a:p>
            <a:r>
              <a:rPr lang="en-CA"/>
              <a:t>Week 4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634C3-C932-B046-A82B-AC5BF681B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30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0C1E09A-0118-44E2-98E1-329C317E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Recap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7D054D-5248-4091-8605-F485BD57B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Ranges &amp; Slicing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Iterators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Protocols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Sized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Container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Python Functions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Positional Arguments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Default Arguments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Named Arguments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Variable List Arguments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b="1" dirty="0"/>
              <a:t>Unpacking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b="1" dirty="0"/>
              <a:t>Variable Keyword </a:t>
            </a:r>
            <a:r>
              <a:rPr lang="en-CA" b="1" dirty="0" err="1"/>
              <a:t>Aguments</a:t>
            </a:r>
            <a:endParaRPr lang="en-CA" b="1" dirty="0"/>
          </a:p>
          <a:p>
            <a:pPr lvl="1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2D6AAD-3178-A147-9392-2D10707C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604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FA7F28-7B91-4580-BAD7-8D1E1807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Unpacking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311A8D-5FEE-4C3B-B1AC-8E80DFE29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7B4881-6774-B14A-B613-9E434956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360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0483E6-03EB-494E-AE6A-2423FC31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Unpacking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84079D-FB58-4686-99E5-543EEDC5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CA" sz="2800" dirty="0"/>
              <a:t>We’ve learned about unpacking using the * asterisk</a:t>
            </a:r>
          </a:p>
          <a:p>
            <a:pPr marL="0" indent="0">
              <a:buNone/>
            </a:pPr>
            <a:r>
              <a:rPr lang="en-CA" sz="2800" dirty="0"/>
              <a:t>There’s another form of unpacking that occurs implicitly without using the operator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69D908-39D1-3C46-A833-3EF8C4BD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69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3529AFD-5A84-4419-9390-0E9584F3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FFD9C4-5E6D-4E44-8CCD-24EF7B6F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0483E6-03EB-494E-AE6A-2423FC31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CA" sz="3600">
                <a:solidFill>
                  <a:srgbClr val="FFFFFF"/>
                </a:solidFill>
              </a:rPr>
              <a:t>Unpacking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3B2DB5-1B01-4A7A-B79B-E180757E6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50CFE2CE-DD6A-4EDA-9C56-F4ACAE42C4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4996184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A418E6-8CB3-CF42-B033-4336D527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22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0483E6-03EB-494E-AE6A-2423FC31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Unpacking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84079D-FB58-4686-99E5-543EEDC5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CA" dirty="0"/>
              <a:t>Try this code:</a:t>
            </a:r>
          </a:p>
          <a:p>
            <a:pPr marL="0" indent="0">
              <a:buNone/>
            </a:pPr>
            <a:r>
              <a:rPr lang="en-CA" dirty="0">
                <a:latin typeface="Courier"/>
              </a:rPr>
              <a:t>&gt;&gt;&gt; item1,item2 = (1, 2)</a:t>
            </a:r>
          </a:p>
          <a:p>
            <a:pPr marL="0" indent="0">
              <a:buNone/>
            </a:pPr>
            <a:r>
              <a:rPr lang="en-CA" dirty="0">
                <a:latin typeface="Courier"/>
              </a:rPr>
              <a:t>&gt;&gt;&gt; print(item1)</a:t>
            </a:r>
          </a:p>
          <a:p>
            <a:pPr marL="0" indent="0">
              <a:buNone/>
            </a:pPr>
            <a:r>
              <a:rPr lang="en-CA" dirty="0">
                <a:latin typeface="Courier"/>
              </a:rPr>
              <a:t>1</a:t>
            </a:r>
          </a:p>
          <a:p>
            <a:pPr marL="0" indent="0">
              <a:buNone/>
            </a:pPr>
            <a:r>
              <a:rPr lang="en-CA" dirty="0">
                <a:latin typeface="Courier"/>
              </a:rPr>
              <a:t>&gt;&gt;&gt; print(item2)</a:t>
            </a:r>
          </a:p>
          <a:p>
            <a:pPr marL="0" indent="0">
              <a:buNone/>
            </a:pPr>
            <a:r>
              <a:rPr lang="en-CA" dirty="0">
                <a:latin typeface="Courier"/>
              </a:rPr>
              <a:t>2</a:t>
            </a:r>
          </a:p>
          <a:p>
            <a:pPr marL="0" indent="0">
              <a:buNone/>
            </a:pPr>
            <a:r>
              <a:rPr lang="en-CA" sz="2800" dirty="0"/>
              <a:t>Dynamically assigning each element of a sequence to a corresponding variable is known as </a:t>
            </a:r>
            <a:r>
              <a:rPr lang="en-CA" sz="2800" b="1" u="sng" dirty="0"/>
              <a:t>unpacking</a:t>
            </a:r>
            <a:r>
              <a:rPr lang="en-CA" sz="2800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69D908-39D1-3C46-A833-3EF8C4BD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228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B719-D06E-4AF9-A628-A065C9924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Unpacking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BFA6E-5303-4475-8858-E835846A5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Example of unpacking dictionary</a:t>
            </a:r>
          </a:p>
          <a:p>
            <a:r>
              <a:rPr lang="en-US" dirty="0" err="1">
                <a:latin typeface="Courier"/>
              </a:rPr>
              <a:t>default_character_data</a:t>
            </a:r>
            <a:r>
              <a:rPr lang="en-US" dirty="0">
                <a:latin typeface="Courier"/>
              </a:rPr>
              <a:t> = {</a:t>
            </a:r>
          </a:p>
          <a:p>
            <a:r>
              <a:rPr lang="en-US" dirty="0">
                <a:latin typeface="Courier"/>
              </a:rPr>
              <a:t>        'name' : "Untitled",</a:t>
            </a:r>
          </a:p>
          <a:p>
            <a:r>
              <a:rPr lang="en-US" dirty="0">
                <a:latin typeface="Courier"/>
              </a:rPr>
              <a:t>        'level' : 4,</a:t>
            </a:r>
          </a:p>
          <a:p>
            <a:r>
              <a:rPr lang="en-US" dirty="0">
                <a:latin typeface="Courier"/>
              </a:rPr>
              <a:t>        '</a:t>
            </a:r>
            <a:r>
              <a:rPr lang="en-US" dirty="0" err="1">
                <a:latin typeface="Courier"/>
              </a:rPr>
              <a:t>max_level</a:t>
            </a:r>
            <a:r>
              <a:rPr lang="en-US" dirty="0">
                <a:latin typeface="Courier"/>
              </a:rPr>
              <a:t>' : 10,</a:t>
            </a:r>
          </a:p>
          <a:p>
            <a:r>
              <a:rPr lang="en-US" dirty="0">
                <a:latin typeface="Courier"/>
              </a:rPr>
              <a:t>        'weapon' : "Sword",</a:t>
            </a:r>
          </a:p>
          <a:p>
            <a:r>
              <a:rPr lang="en-US" dirty="0">
                <a:latin typeface="Courier"/>
              </a:rPr>
              <a:t>        'Gender' : "Male"</a:t>
            </a:r>
          </a:p>
          <a:p>
            <a:r>
              <a:rPr lang="en-US" dirty="0">
                <a:latin typeface="Courier"/>
              </a:rPr>
              <a:t>    }</a:t>
            </a:r>
            <a:endParaRPr lang="en-US" sz="2100" dirty="0">
              <a:latin typeface="Courier"/>
            </a:endParaRPr>
          </a:p>
          <a:p>
            <a:r>
              <a:rPr lang="en-US" sz="2100" dirty="0">
                <a:latin typeface="Courier"/>
              </a:rPr>
              <a:t>for </a:t>
            </a:r>
            <a:r>
              <a:rPr lang="en-US" sz="2100" dirty="0" err="1">
                <a:latin typeface="Courier"/>
              </a:rPr>
              <a:t>a_key</a:t>
            </a:r>
            <a:r>
              <a:rPr lang="en-US" sz="2100" dirty="0">
                <a:latin typeface="Courier"/>
              </a:rPr>
              <a:t>, </a:t>
            </a:r>
            <a:r>
              <a:rPr lang="en-US" sz="2100" dirty="0" err="1">
                <a:latin typeface="Courier"/>
              </a:rPr>
              <a:t>an_item</a:t>
            </a:r>
            <a:r>
              <a:rPr lang="en-US" sz="2100" dirty="0">
                <a:latin typeface="Courier"/>
              </a:rPr>
              <a:t> in </a:t>
            </a:r>
            <a:r>
              <a:rPr lang="en-US" sz="2100" dirty="0" err="1">
                <a:latin typeface="Courier"/>
              </a:rPr>
              <a:t>default_character_data.items</a:t>
            </a:r>
            <a:r>
              <a:rPr lang="en-US" sz="2100" dirty="0">
                <a:latin typeface="Courier"/>
              </a:rPr>
              <a:t>():</a:t>
            </a:r>
          </a:p>
          <a:p>
            <a:r>
              <a:rPr lang="en-US" sz="2100" dirty="0">
                <a:latin typeface="Courier"/>
              </a:rPr>
              <a:t>    </a:t>
            </a:r>
            <a:r>
              <a:rPr lang="en-US" altLang="en-US" sz="2100" dirty="0">
                <a:solidFill>
                  <a:srgbClr val="000080"/>
                </a:solidFill>
                <a:latin typeface="Courier"/>
              </a:rPr>
              <a:t>print</a:t>
            </a:r>
            <a:r>
              <a:rPr lang="en-US" altLang="en-US" sz="2100" dirty="0">
                <a:solidFill>
                  <a:srgbClr val="000000"/>
                </a:solidFill>
                <a:latin typeface="Courier"/>
              </a:rPr>
              <a:t>(</a:t>
            </a:r>
            <a:r>
              <a:rPr lang="en-US" altLang="en-US" sz="2100" dirty="0">
                <a:solidFill>
                  <a:srgbClr val="008080"/>
                </a:solidFill>
                <a:latin typeface="Courier"/>
              </a:rPr>
              <a:t>f"</a:t>
            </a:r>
            <a:r>
              <a:rPr lang="en-US" altLang="en-US" sz="2100" dirty="0">
                <a:solidFill>
                  <a:srgbClr val="000080"/>
                </a:solidFill>
                <a:latin typeface="Courier"/>
              </a:rPr>
              <a:t>{</a:t>
            </a:r>
            <a:r>
              <a:rPr lang="en-US" altLang="en-US" sz="2100" dirty="0" err="1">
                <a:solidFill>
                  <a:srgbClr val="000000"/>
                </a:solidFill>
                <a:latin typeface="Courier"/>
              </a:rPr>
              <a:t>a_key</a:t>
            </a:r>
            <a:r>
              <a:rPr lang="en-US" altLang="en-US" sz="2100" dirty="0">
                <a:solidFill>
                  <a:srgbClr val="000080"/>
                </a:solidFill>
                <a:latin typeface="Courier"/>
              </a:rPr>
              <a:t>}</a:t>
            </a:r>
            <a:r>
              <a:rPr lang="en-US" altLang="en-US" sz="2100" dirty="0">
                <a:solidFill>
                  <a:srgbClr val="008080"/>
                </a:solidFill>
                <a:latin typeface="Courier"/>
              </a:rPr>
              <a:t> - </a:t>
            </a:r>
            <a:r>
              <a:rPr lang="en-US" altLang="en-US" sz="2100" dirty="0">
                <a:solidFill>
                  <a:srgbClr val="000080"/>
                </a:solidFill>
                <a:latin typeface="Courier"/>
              </a:rPr>
              <a:t>{</a:t>
            </a:r>
            <a:r>
              <a:rPr lang="en-US" altLang="en-US" sz="2100" dirty="0" err="1">
                <a:solidFill>
                  <a:srgbClr val="000000"/>
                </a:solidFill>
                <a:latin typeface="Courier"/>
              </a:rPr>
              <a:t>an_item</a:t>
            </a:r>
            <a:r>
              <a:rPr lang="en-US" altLang="en-US" sz="2100" dirty="0">
                <a:solidFill>
                  <a:srgbClr val="000080"/>
                </a:solidFill>
                <a:latin typeface="Courier"/>
              </a:rPr>
              <a:t>}</a:t>
            </a:r>
            <a:r>
              <a:rPr lang="en-US" altLang="en-US" sz="2100" dirty="0">
                <a:solidFill>
                  <a:srgbClr val="008080"/>
                </a:solidFill>
                <a:latin typeface="Courier"/>
              </a:rPr>
              <a:t>"</a:t>
            </a:r>
            <a:r>
              <a:rPr lang="en-US" altLang="en-US" sz="2100" dirty="0">
                <a:solidFill>
                  <a:srgbClr val="000000"/>
                </a:solidFill>
                <a:latin typeface="Courier"/>
              </a:rPr>
              <a:t>)</a:t>
            </a:r>
            <a:endParaRPr lang="en-US" altLang="en-US" sz="2100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FDD19-0955-524B-AA03-4066FD3B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209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B719-D06E-4AF9-A628-A065C9924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Unpacking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BFA6E-5303-4475-8858-E835846A5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614"/>
          </a:xfrm>
        </p:spPr>
        <p:txBody>
          <a:bodyPr>
            <a:normAutofit/>
          </a:bodyPr>
          <a:lstStyle/>
          <a:p>
            <a:r>
              <a:rPr lang="en-CA" dirty="0"/>
              <a:t>Example of unpacking dictionary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FDD19-0955-524B-AA03-4066FD3B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860176" y="4872160"/>
            <a:ext cx="85326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ourier"/>
              </a:rPr>
              <a:t>for </a:t>
            </a:r>
            <a:r>
              <a:rPr lang="en-US" sz="2000" b="1" dirty="0" err="1">
                <a:solidFill>
                  <a:srgbClr val="00B050"/>
                </a:solidFill>
                <a:latin typeface="Courier"/>
              </a:rPr>
              <a:t>a_key</a:t>
            </a:r>
            <a:r>
              <a:rPr lang="en-US" sz="2000" dirty="0">
                <a:latin typeface="Courier"/>
              </a:rPr>
              <a:t>, </a:t>
            </a:r>
            <a:r>
              <a:rPr lang="en-US" sz="2000" b="1" dirty="0" err="1">
                <a:solidFill>
                  <a:srgbClr val="0070C0"/>
                </a:solidFill>
                <a:latin typeface="Courier"/>
              </a:rPr>
              <a:t>an_item</a:t>
            </a:r>
            <a:r>
              <a:rPr lang="en-US" sz="2000" dirty="0">
                <a:latin typeface="Courier"/>
              </a:rPr>
              <a:t> in </a:t>
            </a:r>
            <a:r>
              <a:rPr lang="en-US" sz="2000" dirty="0" err="1">
                <a:latin typeface="Courier"/>
              </a:rPr>
              <a:t>default_character_data.</a:t>
            </a:r>
            <a:r>
              <a:rPr lang="en-US" sz="2000" b="1" dirty="0" err="1">
                <a:solidFill>
                  <a:srgbClr val="FF0000"/>
                </a:solidFill>
                <a:latin typeface="Courier"/>
              </a:rPr>
              <a:t>items</a:t>
            </a:r>
            <a:r>
              <a:rPr lang="en-US" sz="2000" b="1" dirty="0">
                <a:solidFill>
                  <a:srgbClr val="FF0000"/>
                </a:solidFill>
                <a:latin typeface="Courier"/>
              </a:rPr>
              <a:t>()</a:t>
            </a:r>
            <a:r>
              <a:rPr lang="en-US" sz="2000" dirty="0">
                <a:latin typeface="Courier"/>
              </a:rPr>
              <a:t>:</a:t>
            </a:r>
          </a:p>
          <a:p>
            <a:r>
              <a:rPr lang="en-US" sz="2000" dirty="0">
                <a:latin typeface="Courier"/>
              </a:rPr>
              <a:t>    </a:t>
            </a:r>
            <a:r>
              <a:rPr lang="en-US" altLang="en-US" sz="2000" dirty="0">
                <a:solidFill>
                  <a:srgbClr val="000080"/>
                </a:solidFill>
                <a:latin typeface="Courier"/>
              </a:rPr>
              <a:t>print</a:t>
            </a:r>
            <a:r>
              <a:rPr lang="en-US" altLang="en-US" sz="2000" dirty="0">
                <a:solidFill>
                  <a:srgbClr val="000000"/>
                </a:solidFill>
                <a:latin typeface="Courier"/>
              </a:rPr>
              <a:t>(</a:t>
            </a:r>
            <a:r>
              <a:rPr lang="en-US" altLang="en-US" sz="2000" dirty="0">
                <a:solidFill>
                  <a:srgbClr val="008080"/>
                </a:solidFill>
                <a:latin typeface="Courier"/>
              </a:rPr>
              <a:t>f"</a:t>
            </a:r>
            <a:r>
              <a:rPr lang="en-US" altLang="en-US" sz="2000" dirty="0">
                <a:solidFill>
                  <a:srgbClr val="000080"/>
                </a:solidFill>
                <a:latin typeface="Courier"/>
              </a:rPr>
              <a:t>{</a:t>
            </a:r>
            <a:r>
              <a:rPr lang="en-US" altLang="en-US" sz="2000" dirty="0" err="1">
                <a:solidFill>
                  <a:srgbClr val="000000"/>
                </a:solidFill>
                <a:latin typeface="Courier"/>
              </a:rPr>
              <a:t>a_key</a:t>
            </a:r>
            <a:r>
              <a:rPr lang="en-US" altLang="en-US" sz="2000" dirty="0">
                <a:solidFill>
                  <a:srgbClr val="000080"/>
                </a:solidFill>
                <a:latin typeface="Courier"/>
              </a:rPr>
              <a:t>}</a:t>
            </a:r>
            <a:r>
              <a:rPr lang="en-US" altLang="en-US" sz="2000" dirty="0">
                <a:solidFill>
                  <a:srgbClr val="008080"/>
                </a:solidFill>
                <a:latin typeface="Courier"/>
              </a:rPr>
              <a:t> - </a:t>
            </a:r>
            <a:r>
              <a:rPr lang="en-US" altLang="en-US" sz="2000" dirty="0">
                <a:solidFill>
                  <a:srgbClr val="000080"/>
                </a:solidFill>
                <a:latin typeface="Courier"/>
              </a:rPr>
              <a:t>{</a:t>
            </a:r>
            <a:r>
              <a:rPr lang="en-US" altLang="en-US" sz="2000" dirty="0" err="1">
                <a:solidFill>
                  <a:srgbClr val="000000"/>
                </a:solidFill>
                <a:latin typeface="Courier"/>
              </a:rPr>
              <a:t>an_item</a:t>
            </a:r>
            <a:r>
              <a:rPr lang="en-US" altLang="en-US" sz="2000" dirty="0">
                <a:solidFill>
                  <a:srgbClr val="000080"/>
                </a:solidFill>
                <a:latin typeface="Courier"/>
              </a:rPr>
              <a:t>}</a:t>
            </a:r>
            <a:r>
              <a:rPr lang="en-US" altLang="en-US" sz="2000" dirty="0">
                <a:solidFill>
                  <a:srgbClr val="008080"/>
                </a:solidFill>
                <a:latin typeface="Courier"/>
              </a:rPr>
              <a:t>"</a:t>
            </a:r>
            <a:r>
              <a:rPr lang="en-US" altLang="en-US" sz="2000" dirty="0">
                <a:solidFill>
                  <a:srgbClr val="000000"/>
                </a:solidFill>
                <a:latin typeface="Courier"/>
              </a:rPr>
              <a:t>)</a:t>
            </a:r>
            <a:endParaRPr lang="en-US" altLang="en-US" sz="2000" dirty="0">
              <a:latin typeface="Courier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60030" y="2676965"/>
            <a:ext cx="3426310" cy="1631216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000" u="sng" dirty="0">
                <a:latin typeface="Courier"/>
              </a:rPr>
              <a:t>{</a:t>
            </a:r>
            <a:r>
              <a:rPr lang="en-US" sz="2000" b="1" u="sng" dirty="0">
                <a:solidFill>
                  <a:srgbClr val="00B050"/>
                </a:solidFill>
                <a:latin typeface="Courier"/>
              </a:rPr>
              <a:t>'name'</a:t>
            </a:r>
            <a:r>
              <a:rPr lang="en-US" sz="2000" u="sng" dirty="0">
                <a:latin typeface="Courier"/>
              </a:rPr>
              <a:t> : </a:t>
            </a:r>
            <a:r>
              <a:rPr lang="en-US" sz="2000" b="1" u="sng" dirty="0">
                <a:solidFill>
                  <a:srgbClr val="0070C0"/>
                </a:solidFill>
                <a:latin typeface="Courier"/>
              </a:rPr>
              <a:t>"Untitled"</a:t>
            </a:r>
            <a:r>
              <a:rPr lang="en-US" sz="2000" dirty="0">
                <a:latin typeface="Courier"/>
              </a:rPr>
              <a:t>,</a:t>
            </a:r>
          </a:p>
          <a:p>
            <a:r>
              <a:rPr lang="en-US" sz="2000" dirty="0">
                <a:latin typeface="Courier"/>
              </a:rPr>
              <a:t>'level' : 4,</a:t>
            </a:r>
          </a:p>
          <a:p>
            <a:r>
              <a:rPr lang="en-US" sz="2000" dirty="0">
                <a:latin typeface="Courier"/>
              </a:rPr>
              <a:t>'</a:t>
            </a:r>
            <a:r>
              <a:rPr lang="en-US" sz="2000" dirty="0" err="1">
                <a:latin typeface="Courier"/>
              </a:rPr>
              <a:t>max_level</a:t>
            </a:r>
            <a:r>
              <a:rPr lang="en-US" sz="2000" dirty="0">
                <a:latin typeface="Courier"/>
              </a:rPr>
              <a:t>' : 10,</a:t>
            </a:r>
          </a:p>
          <a:p>
            <a:r>
              <a:rPr lang="en-US" sz="2000" dirty="0">
                <a:latin typeface="Courier"/>
              </a:rPr>
              <a:t>'weapon' : "Sword",</a:t>
            </a:r>
          </a:p>
          <a:p>
            <a:r>
              <a:rPr lang="en-US" sz="2000" dirty="0">
                <a:latin typeface="Courier"/>
              </a:rPr>
              <a:t>'Gender' : "Male“}</a:t>
            </a:r>
          </a:p>
        </p:txBody>
      </p:sp>
      <p:cxnSp>
        <p:nvCxnSpPr>
          <p:cNvPr id="11" name="Straight Arrow Connector 10"/>
          <p:cNvCxnSpPr>
            <a:endCxn id="9" idx="3"/>
          </p:cNvCxnSpPr>
          <p:nvPr/>
        </p:nvCxnSpPr>
        <p:spPr>
          <a:xfrm flipH="1" flipV="1">
            <a:off x="7686340" y="3492573"/>
            <a:ext cx="1500691" cy="13795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260030" y="3044414"/>
            <a:ext cx="2366681" cy="182774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3054278" y="3022899"/>
            <a:ext cx="1861967" cy="19363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30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FA7F28-7B91-4580-BAD7-8D1E1807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Variable Keyword Arguments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311A8D-5FEE-4C3B-B1AC-8E80DFE29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830CC1-9AB3-2849-B1B6-50A958404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471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7764-4A64-4AF2-9F8E-1BB9E559A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CA"/>
              <a:t>Variable Keyword Arguments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EBFFB-2622-4142-BD7E-1C1DF2EC8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en-CA" sz="2800" b="1" u="sng" dirty="0"/>
              <a:t>Named Arguments</a:t>
            </a:r>
            <a:r>
              <a:rPr lang="en-CA" sz="2800" dirty="0"/>
              <a:t> are also known as </a:t>
            </a:r>
            <a:r>
              <a:rPr lang="en-CA" sz="2800" b="1" u="sng" dirty="0"/>
              <a:t>Keyword Arguments</a:t>
            </a:r>
            <a:r>
              <a:rPr lang="en-CA" sz="2800" dirty="0"/>
              <a:t>.</a:t>
            </a:r>
          </a:p>
          <a:p>
            <a:r>
              <a:rPr lang="en-CA" sz="2800" dirty="0"/>
              <a:t>Just like we can accept an arbitrary variable number of arguments using </a:t>
            </a:r>
            <a:r>
              <a:rPr lang="en-CA" sz="2800" b="1" dirty="0">
                <a:latin typeface="Courier"/>
              </a:rPr>
              <a:t>*</a:t>
            </a:r>
            <a:r>
              <a:rPr lang="en-CA" sz="2800" b="1" dirty="0" err="1">
                <a:latin typeface="Courier"/>
              </a:rPr>
              <a:t>args</a:t>
            </a:r>
            <a:endParaRPr lang="en-CA" sz="2800" b="1" dirty="0">
              <a:latin typeface="Courier"/>
            </a:endParaRPr>
          </a:p>
          <a:p>
            <a:r>
              <a:rPr lang="en-CA" sz="2800" dirty="0">
                <a:latin typeface="Courier"/>
              </a:rPr>
              <a:t>*</a:t>
            </a:r>
            <a:r>
              <a:rPr lang="en-CA" sz="2800" dirty="0" err="1">
                <a:latin typeface="Courier"/>
              </a:rPr>
              <a:t>args</a:t>
            </a:r>
            <a:r>
              <a:rPr lang="en-CA" sz="2800" dirty="0">
                <a:latin typeface="Courier"/>
              </a:rPr>
              <a:t> </a:t>
            </a:r>
            <a:r>
              <a:rPr lang="en-CA" sz="2800" dirty="0"/>
              <a:t>is treated like a sequence type</a:t>
            </a:r>
          </a:p>
          <a:p>
            <a:r>
              <a:rPr lang="en-CA" sz="2800" dirty="0"/>
              <a:t>We can accept an arbitrary variable number of </a:t>
            </a:r>
            <a:r>
              <a:rPr lang="en-CA" sz="2800" dirty="0">
                <a:solidFill>
                  <a:srgbClr val="FF0000"/>
                </a:solidFill>
              </a:rPr>
              <a:t>keyword arguments </a:t>
            </a:r>
            <a:r>
              <a:rPr lang="en-CA" sz="2800" dirty="0"/>
              <a:t>using </a:t>
            </a:r>
            <a:r>
              <a:rPr lang="en-CA" sz="2800" b="1" dirty="0">
                <a:solidFill>
                  <a:srgbClr val="FF0000"/>
                </a:solidFill>
                <a:latin typeface="Courier"/>
              </a:rPr>
              <a:t>**</a:t>
            </a:r>
            <a:r>
              <a:rPr lang="en-CA" sz="2800" b="1" dirty="0" err="1">
                <a:latin typeface="Courier"/>
              </a:rPr>
              <a:t>kwargs</a:t>
            </a:r>
            <a:endParaRPr lang="en-CA" sz="2800" b="1" dirty="0">
              <a:latin typeface="Courier"/>
            </a:endParaRPr>
          </a:p>
          <a:p>
            <a:r>
              <a:rPr lang="en-CA" sz="2800" dirty="0">
                <a:latin typeface="Courier"/>
              </a:rPr>
              <a:t>**</a:t>
            </a:r>
            <a:r>
              <a:rPr lang="en-CA" sz="2800" dirty="0" err="1">
                <a:latin typeface="Courier"/>
              </a:rPr>
              <a:t>kwargs</a:t>
            </a:r>
            <a:r>
              <a:rPr lang="en-CA" sz="2800" dirty="0">
                <a:latin typeface="Courier"/>
              </a:rPr>
              <a:t> </a:t>
            </a:r>
            <a:r>
              <a:rPr lang="en-CA" sz="2800" dirty="0"/>
              <a:t>is treated like a dictionary</a:t>
            </a:r>
          </a:p>
          <a:p>
            <a:endParaRPr lang="en-CA" sz="2800" dirty="0"/>
          </a:p>
          <a:p>
            <a:endParaRPr lang="en-CA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5A3F5-244F-C749-B568-3BED9A3D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288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B85F-D8C5-5843-B9BF-F6615D4D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Recall: Named Arguments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05609" y="1845734"/>
            <a:ext cx="11338560" cy="4023360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3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2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my_func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a_list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a_num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a_string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    print(</a:t>
            </a: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a_list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a_num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a_string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br>
              <a:rPr lang="en-US" altLang="en-US" sz="3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altLang="en-US" sz="3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endParaRPr lang="en-US" altLang="en-US" sz="3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dirty="0" err="1">
                <a:solidFill>
                  <a:schemeClr val="tx1"/>
                </a:solidFill>
                <a:latin typeface="Consolas" panose="020B0609020204030204" pitchFamily="49" charset="0"/>
              </a:rPr>
              <a:t>my_func</a:t>
            </a:r>
            <a:r>
              <a:rPr lang="en-US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8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a_num</a:t>
            </a:r>
            <a:r>
              <a:rPr lang="en-US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=5, </a:t>
            </a:r>
            <a:r>
              <a:rPr lang="en-US" altLang="en-US" sz="28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a_string</a:t>
            </a:r>
            <a:r>
              <a:rPr lang="en-US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='hello</a:t>
            </a:r>
            <a:r>
              <a:rPr lang="en-US" altLang="en-US" sz="2800" b="1" dirty="0">
                <a:solidFill>
                  <a:schemeClr val="tx1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a_list</a:t>
            </a:r>
            <a:r>
              <a:rPr lang="en-US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=['</a:t>
            </a:r>
            <a:r>
              <a:rPr lang="en-US" altLang="en-US" sz="2800" dirty="0" err="1">
                <a:solidFill>
                  <a:schemeClr val="tx1"/>
                </a:solidFill>
                <a:latin typeface="Consolas" panose="020B0609020204030204" pitchFamily="49" charset="0"/>
              </a:rPr>
              <a:t>cat','dog</a:t>
            </a:r>
            <a:r>
              <a:rPr lang="en-US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'])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872753" y="2334411"/>
            <a:ext cx="3937300" cy="1602888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743200" y="2334411"/>
            <a:ext cx="2861534" cy="1742737"/>
          </a:xfrm>
          <a:prstGeom prst="straightConnector1">
            <a:avLst/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754880" y="2334411"/>
            <a:ext cx="2775473" cy="1742737"/>
          </a:xfrm>
          <a:prstGeom prst="straightConnector1">
            <a:avLst/>
          </a:prstGeom>
          <a:ln w="635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04856" y="5008589"/>
            <a:ext cx="943445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200" dirty="0"/>
              <a:t>The position of parameters that are passed in doesn’t matter with named arguments. All that matters is explicitly assigning a value to a matching parameter name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01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FD33-B07D-41ED-B7B4-52D76786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CA"/>
              <a:t>Variable Keyword Arguments</a:t>
            </a:r>
            <a:endParaRPr lang="en-CA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4682677-66A4-48DF-8824-EE0950BBD9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0461" y="2367094"/>
            <a:ext cx="10039142" cy="178510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variable_keyword_args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(**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kwargs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key, item 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kwargs.items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(key, item)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variable_keyword_args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200" b="1" u="sng" dirty="0">
                <a:solidFill>
                  <a:srgbClr val="660099"/>
                </a:solidFill>
                <a:latin typeface="Consolas" panose="020B0609020204030204" pitchFamily="49" charset="0"/>
              </a:rPr>
              <a:t>port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u="sng" dirty="0">
                <a:solidFill>
                  <a:srgbClr val="0000FF"/>
                </a:solidFill>
                <a:latin typeface="Consolas" panose="020B0609020204030204" pitchFamily="49" charset="0"/>
              </a:rPr>
              <a:t>21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b="1" u="sng" dirty="0">
                <a:solidFill>
                  <a:srgbClr val="660099"/>
                </a:solidFill>
                <a:latin typeface="Consolas" panose="020B0609020204030204" pitchFamily="49" charset="0"/>
              </a:rPr>
              <a:t>host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u="sng" dirty="0">
                <a:solidFill>
                  <a:srgbClr val="008080"/>
                </a:solidFill>
                <a:latin typeface="Consolas" panose="020B0609020204030204" pitchFamily="49" charset="0"/>
              </a:rPr>
              <a:t>'localhost'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b="1" u="sng" dirty="0">
                <a:solidFill>
                  <a:srgbClr val="660099"/>
                </a:solidFill>
                <a:latin typeface="Consolas" panose="020B0609020204030204" pitchFamily="49" charset="0"/>
              </a:rPr>
              <a:t>debug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u="sng" dirty="0">
                <a:solidFill>
                  <a:srgbClr val="000080"/>
                </a:solidFill>
                <a:latin typeface="Consolas" panose="020B0609020204030204" pitchFamily="49" charset="0"/>
              </a:rPr>
              <a:t>True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491181-3C29-254E-9BA7-ACC7597E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93522" y="4304878"/>
            <a:ext cx="5095937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500" dirty="0"/>
              <a:t>Looks like we’re passing in named arguments</a:t>
            </a:r>
          </a:p>
          <a:p>
            <a:endParaRPr lang="en-CA" sz="2500" dirty="0"/>
          </a:p>
          <a:p>
            <a:r>
              <a:rPr lang="en-CA" sz="2500" dirty="0"/>
              <a:t>Also notice how this looks like a dictionary without the {}</a:t>
            </a:r>
          </a:p>
        </p:txBody>
      </p:sp>
    </p:spTree>
    <p:extLst>
      <p:ext uri="{BB962C8B-B14F-4D97-AF65-F5344CB8AC3E}">
        <p14:creationId xmlns:p14="http://schemas.microsoft.com/office/powerpoint/2010/main" val="836019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FD33-B07D-41ED-B7B4-52D76786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CA"/>
              <a:t>Variable Keyword Arguments</a:t>
            </a:r>
            <a:endParaRPr lang="en-CA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4682677-66A4-48DF-8824-EE0950BBD9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0461" y="2367094"/>
            <a:ext cx="10039142" cy="178510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variable_keyword_args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(**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kwargs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key, item 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kwargs.items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(key, item)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variable_keyword_args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200" b="1" dirty="0">
                <a:solidFill>
                  <a:srgbClr val="FF0000"/>
                </a:solidFill>
                <a:latin typeface="Consolas" panose="020B0609020204030204" pitchFamily="49" charset="0"/>
              </a:rPr>
              <a:t>port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21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b="1" dirty="0">
                <a:solidFill>
                  <a:srgbClr val="FF0000"/>
                </a:solidFill>
                <a:latin typeface="Consolas" panose="020B0609020204030204" pitchFamily="49" charset="0"/>
              </a:rPr>
              <a:t>host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'localhost'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b="1" dirty="0">
                <a:solidFill>
                  <a:srgbClr val="FF0000"/>
                </a:solidFill>
                <a:latin typeface="Consolas" panose="020B0609020204030204" pitchFamily="49" charset="0"/>
              </a:rPr>
              <a:t>debug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True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491181-3C29-254E-9BA7-ACC7597E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78057" y="4781932"/>
            <a:ext cx="206524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/>
              <a:t>There are </a:t>
            </a:r>
            <a:r>
              <a:rPr lang="en-CA" sz="2500" dirty="0">
                <a:solidFill>
                  <a:srgbClr val="FF0000"/>
                </a:solidFill>
              </a:rPr>
              <a:t>keys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4819426" y="4066391"/>
            <a:ext cx="957430" cy="80682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776856" y="4066391"/>
            <a:ext cx="366446" cy="80682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5776856" y="4066391"/>
            <a:ext cx="3195022" cy="80682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048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FD33-B07D-41ED-B7B4-52D76786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CA"/>
              <a:t>Variable Keyword Arguments</a:t>
            </a:r>
            <a:endParaRPr lang="en-CA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4682677-66A4-48DF-8824-EE0950BBD9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0461" y="2367094"/>
            <a:ext cx="10039142" cy="178510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variable_keyword_args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(**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kwargs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key, item 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kwargs.items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(key, item)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variable_keyword_args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200" dirty="0">
                <a:solidFill>
                  <a:srgbClr val="660099"/>
                </a:solidFill>
                <a:latin typeface="Consolas" panose="020B0609020204030204" pitchFamily="49" charset="0"/>
              </a:rPr>
              <a:t>port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dirty="0">
                <a:solidFill>
                  <a:srgbClr val="00B050"/>
                </a:solidFill>
                <a:latin typeface="Consolas" panose="020B0609020204030204" pitchFamily="49" charset="0"/>
              </a:rPr>
              <a:t>21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dirty="0">
                <a:solidFill>
                  <a:srgbClr val="660099"/>
                </a:solidFill>
                <a:latin typeface="Consolas" panose="020B0609020204030204" pitchFamily="49" charset="0"/>
              </a:rPr>
              <a:t>host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dirty="0">
                <a:solidFill>
                  <a:srgbClr val="00B050"/>
                </a:solidFill>
                <a:latin typeface="Consolas" panose="020B0609020204030204" pitchFamily="49" charset="0"/>
              </a:rPr>
              <a:t>'localhost'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dirty="0">
                <a:solidFill>
                  <a:srgbClr val="660099"/>
                </a:solidFill>
                <a:latin typeface="Consolas" panose="020B0609020204030204" pitchFamily="49" charset="0"/>
              </a:rPr>
              <a:t>debug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dirty="0">
                <a:solidFill>
                  <a:srgbClr val="00B050"/>
                </a:solidFill>
                <a:latin typeface="Consolas" panose="020B0609020204030204" pitchFamily="49" charset="0"/>
              </a:rPr>
              <a:t>True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491181-3C29-254E-9BA7-ACC7597E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06683" y="4828937"/>
            <a:ext cx="362669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/>
              <a:t>There are keys, and </a:t>
            </a:r>
            <a:r>
              <a:rPr lang="en-CA" sz="2500" b="1" dirty="0">
                <a:solidFill>
                  <a:srgbClr val="00B050"/>
                </a:solidFill>
              </a:rPr>
              <a:t>values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5368066" y="4066392"/>
            <a:ext cx="1936376" cy="80682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7304442" y="4066392"/>
            <a:ext cx="0" cy="80682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7304442" y="4066392"/>
            <a:ext cx="2596016" cy="80682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213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FD33-B07D-41ED-B7B4-52D76786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CA"/>
              <a:t>Variable Keyword Arguments</a:t>
            </a:r>
            <a:endParaRPr lang="en-CA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4682677-66A4-48DF-8824-EE0950BBD9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0461" y="2367094"/>
            <a:ext cx="10039142" cy="178510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variable_keyword_args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200" b="1" dirty="0">
                <a:solidFill>
                  <a:srgbClr val="FF0000"/>
                </a:solidFill>
                <a:latin typeface="Consolas" panose="020B0609020204030204" pitchFamily="49" charset="0"/>
              </a:rPr>
              <a:t>**</a:t>
            </a:r>
            <a:r>
              <a:rPr lang="en-US" altLang="en-US" sz="2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kwargs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key, item 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kwargs.items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(key, item)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variable_keyword_args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200" b="1" u="sng" dirty="0">
                <a:solidFill>
                  <a:srgbClr val="660099"/>
                </a:solidFill>
                <a:latin typeface="Consolas" panose="020B0609020204030204" pitchFamily="49" charset="0"/>
              </a:rPr>
              <a:t>port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u="sng" dirty="0">
                <a:solidFill>
                  <a:srgbClr val="0000FF"/>
                </a:solidFill>
                <a:latin typeface="Consolas" panose="020B0609020204030204" pitchFamily="49" charset="0"/>
              </a:rPr>
              <a:t>21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b="1" u="sng" dirty="0">
                <a:solidFill>
                  <a:srgbClr val="660099"/>
                </a:solidFill>
                <a:latin typeface="Consolas" panose="020B0609020204030204" pitchFamily="49" charset="0"/>
              </a:rPr>
              <a:t>host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u="sng" dirty="0">
                <a:solidFill>
                  <a:srgbClr val="008080"/>
                </a:solidFill>
                <a:latin typeface="Consolas" panose="020B0609020204030204" pitchFamily="49" charset="0"/>
              </a:rPr>
              <a:t>'localhost'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b="1" u="sng" dirty="0">
                <a:solidFill>
                  <a:srgbClr val="660099"/>
                </a:solidFill>
                <a:latin typeface="Consolas" panose="020B0609020204030204" pitchFamily="49" charset="0"/>
              </a:rPr>
              <a:t>debug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u="sng" dirty="0">
                <a:solidFill>
                  <a:srgbClr val="000080"/>
                </a:solidFill>
                <a:latin typeface="Consolas" panose="020B0609020204030204" pitchFamily="49" charset="0"/>
              </a:rPr>
              <a:t>True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491181-3C29-254E-9BA7-ACC7597E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7280" y="4466243"/>
            <a:ext cx="941937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b="1" dirty="0">
                <a:solidFill>
                  <a:srgbClr val="FF0000"/>
                </a:solidFill>
              </a:rPr>
              <a:t>**</a:t>
            </a:r>
            <a:r>
              <a:rPr lang="en-CA" sz="2500" b="1" dirty="0" err="1">
                <a:solidFill>
                  <a:srgbClr val="FF0000"/>
                </a:solidFill>
              </a:rPr>
              <a:t>kwargs</a:t>
            </a:r>
            <a:r>
              <a:rPr lang="en-CA" sz="2500" b="1" dirty="0">
                <a:solidFill>
                  <a:srgbClr val="FF0000"/>
                </a:solidFill>
              </a:rPr>
              <a:t> </a:t>
            </a:r>
            <a:r>
              <a:rPr lang="en-CA" sz="2500" dirty="0"/>
              <a:t>interprets the key/value parameters passed in as a dictionary</a:t>
            </a:r>
          </a:p>
        </p:txBody>
      </p:sp>
    </p:spTree>
    <p:extLst>
      <p:ext uri="{BB962C8B-B14F-4D97-AF65-F5344CB8AC3E}">
        <p14:creationId xmlns:p14="http://schemas.microsoft.com/office/powerpoint/2010/main" val="1656030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FD33-B07D-41ED-B7B4-52D76786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CA"/>
              <a:t>Variable Keyword Arguments</a:t>
            </a:r>
            <a:endParaRPr lang="en-CA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4682677-66A4-48DF-8824-EE0950BBD9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0461" y="2367094"/>
            <a:ext cx="10039142" cy="178510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def 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variable_keyword_args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200" dirty="0">
                <a:solidFill>
                  <a:schemeClr val="tx1"/>
                </a:solidFill>
                <a:latin typeface="Consolas" panose="020B0609020204030204" pitchFamily="49" charset="0"/>
              </a:rPr>
              <a:t>**</a:t>
            </a:r>
            <a:r>
              <a:rPr lang="en-US" altLang="en-US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kwargs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key, item 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kwargs.</a:t>
            </a:r>
            <a:r>
              <a:rPr lang="en-US" altLang="en-US" sz="2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items</a:t>
            </a:r>
            <a:r>
              <a:rPr lang="en-US" altLang="en-US" sz="2200" b="1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(key, item)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variable_keyword_args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200" b="1" u="sng" dirty="0">
                <a:solidFill>
                  <a:srgbClr val="660099"/>
                </a:solidFill>
                <a:latin typeface="Consolas" panose="020B0609020204030204" pitchFamily="49" charset="0"/>
              </a:rPr>
              <a:t>port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u="sng" dirty="0">
                <a:solidFill>
                  <a:srgbClr val="0000FF"/>
                </a:solidFill>
                <a:latin typeface="Consolas" panose="020B0609020204030204" pitchFamily="49" charset="0"/>
              </a:rPr>
              <a:t>21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b="1" u="sng" dirty="0">
                <a:solidFill>
                  <a:srgbClr val="660099"/>
                </a:solidFill>
                <a:latin typeface="Consolas" panose="020B0609020204030204" pitchFamily="49" charset="0"/>
              </a:rPr>
              <a:t>host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u="sng" dirty="0">
                <a:solidFill>
                  <a:srgbClr val="008080"/>
                </a:solidFill>
                <a:latin typeface="Consolas" panose="020B0609020204030204" pitchFamily="49" charset="0"/>
              </a:rPr>
              <a:t>'localhost'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b="1" u="sng" dirty="0">
                <a:solidFill>
                  <a:srgbClr val="660099"/>
                </a:solidFill>
                <a:latin typeface="Consolas" panose="020B0609020204030204" pitchFamily="49" charset="0"/>
              </a:rPr>
              <a:t>debug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u="sng" dirty="0">
                <a:solidFill>
                  <a:srgbClr val="000080"/>
                </a:solidFill>
                <a:latin typeface="Consolas" panose="020B0609020204030204" pitchFamily="49" charset="0"/>
              </a:rPr>
              <a:t>True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491181-3C29-254E-9BA7-ACC7597E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7280" y="4466243"/>
            <a:ext cx="911172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500" dirty="0" err="1"/>
              <a:t>kwargs</a:t>
            </a:r>
            <a:r>
              <a:rPr lang="en-CA" sz="2500" dirty="0"/>
              <a:t> is a dictionary, so in order to get the key/value pairs, we need to explicitly call the </a:t>
            </a:r>
            <a:r>
              <a:rPr lang="en-CA" sz="2500" b="1" dirty="0">
                <a:solidFill>
                  <a:srgbClr val="FF0000"/>
                </a:solidFill>
              </a:rPr>
              <a:t>items method</a:t>
            </a:r>
          </a:p>
          <a:p>
            <a:r>
              <a:rPr lang="en-CA" sz="2500" dirty="0"/>
              <a:t>Notice how we’re using </a:t>
            </a:r>
            <a:r>
              <a:rPr lang="en-CA" sz="2500" i="1" dirty="0"/>
              <a:t>unpacking</a:t>
            </a:r>
            <a:r>
              <a:rPr lang="en-CA" sz="2500" dirty="0"/>
              <a:t> to get the key/value pairs from the dictionary </a:t>
            </a:r>
          </a:p>
        </p:txBody>
      </p:sp>
    </p:spTree>
    <p:extLst>
      <p:ext uri="{BB962C8B-B14F-4D97-AF65-F5344CB8AC3E}">
        <p14:creationId xmlns:p14="http://schemas.microsoft.com/office/powerpoint/2010/main" val="70307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FD33-B07D-41ED-B7B4-52D76786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CA"/>
              <a:t>Variable Keyword Arguments</a:t>
            </a:r>
            <a:endParaRPr lang="en-CA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4682677-66A4-48DF-8824-EE0950BBD9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0461" y="2367094"/>
            <a:ext cx="10039142" cy="178510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variable_keyword_args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200" dirty="0">
                <a:solidFill>
                  <a:schemeClr val="tx1"/>
                </a:solidFill>
                <a:latin typeface="Consolas" panose="020B0609020204030204" pitchFamily="49" charset="0"/>
              </a:rPr>
              <a:t>**</a:t>
            </a:r>
            <a:r>
              <a:rPr lang="en-US" altLang="en-US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kwargs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2200" b="1" dirty="0">
                <a:solidFill>
                  <a:srgbClr val="FF0000"/>
                </a:solidFill>
                <a:latin typeface="Consolas" panose="020B0609020204030204" pitchFamily="49" charset="0"/>
              </a:rPr>
              <a:t>key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b="1" dirty="0">
                <a:solidFill>
                  <a:srgbClr val="00B050"/>
                </a:solidFill>
                <a:latin typeface="Consolas" panose="020B0609020204030204" pitchFamily="49" charset="0"/>
              </a:rPr>
              <a:t>item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en-US" altLang="en-US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kwargs.items</a:t>
            </a:r>
            <a:r>
              <a:rPr lang="en-US" altLang="en-US" sz="2200" dirty="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(key, item)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b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variable_keyword_args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200" b="1" u="sng" dirty="0">
                <a:solidFill>
                  <a:srgbClr val="660099"/>
                </a:solidFill>
                <a:latin typeface="Consolas" panose="020B0609020204030204" pitchFamily="49" charset="0"/>
              </a:rPr>
              <a:t>port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u="sng" dirty="0">
                <a:solidFill>
                  <a:srgbClr val="0000FF"/>
                </a:solidFill>
                <a:latin typeface="Consolas" panose="020B0609020204030204" pitchFamily="49" charset="0"/>
              </a:rPr>
              <a:t>21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b="1" u="sng" dirty="0">
                <a:solidFill>
                  <a:srgbClr val="660099"/>
                </a:solidFill>
                <a:latin typeface="Consolas" panose="020B0609020204030204" pitchFamily="49" charset="0"/>
              </a:rPr>
              <a:t>host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u="sng" dirty="0">
                <a:solidFill>
                  <a:srgbClr val="008080"/>
                </a:solidFill>
                <a:latin typeface="Consolas" panose="020B0609020204030204" pitchFamily="49" charset="0"/>
              </a:rPr>
              <a:t>'localhost'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b="1" u="sng" dirty="0">
                <a:solidFill>
                  <a:srgbClr val="660099"/>
                </a:solidFill>
                <a:latin typeface="Consolas" panose="020B0609020204030204" pitchFamily="49" charset="0"/>
              </a:rPr>
              <a:t>debug</a:t>
            </a:r>
            <a:r>
              <a:rPr lang="en-US" altLang="en-US" sz="22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2200" b="1" u="sng" dirty="0">
                <a:solidFill>
                  <a:srgbClr val="000080"/>
                </a:solidFill>
                <a:latin typeface="Consolas" panose="020B0609020204030204" pitchFamily="49" charset="0"/>
              </a:rPr>
              <a:t>True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491181-3C29-254E-9BA7-ACC7597E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7280" y="4466243"/>
            <a:ext cx="9111727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500" dirty="0"/>
              <a:t>Each key/value pair can be extracted using </a:t>
            </a:r>
            <a:r>
              <a:rPr lang="en-CA" sz="2500" b="1" dirty="0">
                <a:solidFill>
                  <a:srgbClr val="FF0000"/>
                </a:solidFill>
              </a:rPr>
              <a:t>key</a:t>
            </a:r>
            <a:r>
              <a:rPr lang="en-CA" sz="2500" dirty="0"/>
              <a:t>, </a:t>
            </a:r>
            <a:r>
              <a:rPr lang="en-CA" sz="2500" b="1" dirty="0">
                <a:solidFill>
                  <a:srgbClr val="00B050"/>
                </a:solidFill>
              </a:rPr>
              <a:t>item</a:t>
            </a:r>
            <a:r>
              <a:rPr lang="en-CA" sz="2500" dirty="0"/>
              <a:t>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500" dirty="0"/>
              <a:t>Note that key and item are NOT special names, they could be replaced by x, y and the code behaves the same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7533006" y="5763669"/>
            <a:ext cx="443634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CA" sz="2200" dirty="0">
                <a:solidFill>
                  <a:srgbClr val="0070C0"/>
                </a:solidFill>
                <a:latin typeface="Rockwell" panose="02060603020205020403" pitchFamily="18" charset="0"/>
              </a:rPr>
              <a:t>variable_keyword_arguments.py</a:t>
            </a:r>
          </a:p>
        </p:txBody>
      </p:sp>
    </p:spTree>
    <p:extLst>
      <p:ext uri="{BB962C8B-B14F-4D97-AF65-F5344CB8AC3E}">
        <p14:creationId xmlns:p14="http://schemas.microsoft.com/office/powerpoint/2010/main" val="3872939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FA7F28-7B91-4580-BAD7-8D1E1807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Multiple Inheritance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311A8D-5FEE-4C3B-B1AC-8E80DFE29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18A66F-0C5D-1248-BA63-DB4548A2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288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43B929-F118-4034-BBB0-48B1AFE6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Multiple Inheritance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ED303B-BE39-4C3F-857E-B8BA66C31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1845734"/>
            <a:ext cx="5738086" cy="4023360"/>
          </a:xfrm>
        </p:spPr>
        <p:txBody>
          <a:bodyPr>
            <a:normAutofit lnSpcReduction="10000"/>
          </a:bodyPr>
          <a:lstStyle/>
          <a:p>
            <a:r>
              <a:rPr lang="en-CA" dirty="0"/>
              <a:t>A VERY sensitive subject.</a:t>
            </a:r>
          </a:p>
          <a:p>
            <a:r>
              <a:rPr lang="en-CA" dirty="0"/>
              <a:t>When one child class inherits from one or more base classes and is able to use functionality from all the base classes.</a:t>
            </a:r>
          </a:p>
          <a:p>
            <a:endParaRPr lang="en-CA" dirty="0"/>
          </a:p>
          <a:p>
            <a:r>
              <a:rPr lang="en-CA" b="1" dirty="0"/>
              <a:t>My Sagely Advice:</a:t>
            </a:r>
          </a:p>
          <a:p>
            <a:r>
              <a:rPr lang="en-CA" dirty="0"/>
              <a:t>Avoid it if you can, there are alternatives and they are usually simpler to implement.</a:t>
            </a:r>
          </a:p>
          <a:p>
            <a:r>
              <a:rPr lang="en-CA" dirty="0"/>
              <a:t>Many languages don’t support multiple Inheritance.</a:t>
            </a:r>
          </a:p>
          <a:p>
            <a:r>
              <a:rPr lang="en-CA" dirty="0"/>
              <a:t>That being said, it is a feature and if it is needed, use it RESPONSIBLY. (Keep it simple and minimal)</a:t>
            </a:r>
          </a:p>
        </p:txBody>
      </p:sp>
      <p:pic>
        <p:nvPicPr>
          <p:cNvPr id="2052" name="Picture 4" descr="Image result for Multiple Inheritance meme">
            <a:extLst>
              <a:ext uri="{FF2B5EF4-FFF2-40B4-BE49-F238E27FC236}">
                <a16:creationId xmlns:a16="http://schemas.microsoft.com/office/drawing/2014/main" id="{541CD5D8-A7A9-4A8F-B230-3BF42D9A9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807" y="3903251"/>
            <a:ext cx="4079869" cy="22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5CE756-1EBD-DB4C-8565-BD8C20CC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Picture 2" descr="Image result for Multiple Inheritance">
            <a:extLst>
              <a:ext uri="{FF2B5EF4-FFF2-40B4-BE49-F238E27FC236}">
                <a16:creationId xmlns:a16="http://schemas.microsoft.com/office/drawing/2014/main" id="{1B267F54-774C-4BAF-AB05-AF10BD66F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18298" y="1801908"/>
            <a:ext cx="3094997" cy="182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188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4E827-24FC-4369-B554-BAAF40DD5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 dirty="0"/>
              <a:t>Multiple Inheritance</a:t>
            </a:r>
          </a:p>
        </p:txBody>
      </p:sp>
      <p:pic>
        <p:nvPicPr>
          <p:cNvPr id="3074" name="Picture 2" descr="Image result for Multiple Inheritance">
            <a:extLst>
              <a:ext uri="{FF2B5EF4-FFF2-40B4-BE49-F238E27FC236}">
                <a16:creationId xmlns:a16="http://schemas.microsoft.com/office/drawing/2014/main" id="{1B267F54-774C-4BAF-AB05-AF10BD66F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432" y="2738800"/>
            <a:ext cx="3094997" cy="182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3A288-AAF9-4A76-BC43-A19A03D19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733" y="1845734"/>
            <a:ext cx="6515947" cy="4023360"/>
          </a:xfrm>
        </p:spPr>
        <p:txBody>
          <a:bodyPr>
            <a:normAutofit/>
          </a:bodyPr>
          <a:lstStyle/>
          <a:p>
            <a:r>
              <a:rPr lang="en-CA" sz="1900" dirty="0">
                <a:latin typeface="Courier"/>
              </a:rPr>
              <a:t>class C(A, B):</a:t>
            </a:r>
          </a:p>
          <a:p>
            <a:r>
              <a:rPr lang="en-CA" sz="1900" dirty="0">
                <a:latin typeface="Courier"/>
              </a:rPr>
              <a:t>    # optional overridden functionality of A</a:t>
            </a:r>
          </a:p>
          <a:p>
            <a:r>
              <a:rPr lang="en-CA" sz="1900" dirty="0">
                <a:latin typeface="Courier"/>
              </a:rPr>
              <a:t>    # optional overridden functionality of B</a:t>
            </a:r>
          </a:p>
          <a:p>
            <a:r>
              <a:rPr lang="en-CA" sz="1900" dirty="0">
                <a:latin typeface="Courier"/>
              </a:rPr>
              <a:t>    # Implementation of C</a:t>
            </a:r>
          </a:p>
          <a:p>
            <a:r>
              <a:rPr lang="en-CA" sz="1900" dirty="0">
                <a:latin typeface="Courier"/>
              </a:rPr>
              <a:t>    pass</a:t>
            </a:r>
          </a:p>
          <a:p>
            <a:endParaRPr lang="en-CA" sz="1900" dirty="0"/>
          </a:p>
          <a:p>
            <a:r>
              <a:rPr lang="en-CA" sz="1900" dirty="0"/>
              <a:t>All the rules of inheritance apply here. </a:t>
            </a:r>
          </a:p>
          <a:p>
            <a:r>
              <a:rPr lang="en-CA" sz="1900" dirty="0"/>
              <a:t>Multiple inheritance is usually the tool of choice to use when implementing multiple interfaces (Remember the Interface Segregation Principle?)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9FC82-3FB7-4846-B106-F38FC4A5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2FF522-28B9-A52A-6384-1EAA7E8CA355}"/>
              </a:ext>
            </a:extLst>
          </p:cNvPr>
          <p:cNvGrpSpPr/>
          <p:nvPr/>
        </p:nvGrpSpPr>
        <p:grpSpPr>
          <a:xfrm>
            <a:off x="5737083" y="1521450"/>
            <a:ext cx="737280" cy="362160"/>
            <a:chOff x="5737083" y="1521450"/>
            <a:chExt cx="73728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29EDF96-2B57-FC02-3B59-7AADAD1856A8}"/>
                    </a:ext>
                  </a:extLst>
                </p14:cNvPr>
                <p14:cNvContentPartPr/>
                <p14:nvPr/>
              </p14:nvContentPartPr>
              <p14:xfrm>
                <a:off x="5766603" y="1701810"/>
                <a:ext cx="291240" cy="139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29EDF96-2B57-FC02-3B59-7AADAD1856A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60483" y="1695690"/>
                  <a:ext cx="3034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4AE34BF-C52C-35CD-E789-7C846AF3248B}"/>
                    </a:ext>
                  </a:extLst>
                </p14:cNvPr>
                <p14:cNvContentPartPr/>
                <p14:nvPr/>
              </p14:nvContentPartPr>
              <p14:xfrm>
                <a:off x="5972163" y="1709730"/>
                <a:ext cx="186840" cy="173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4AE34BF-C52C-35CD-E789-7C846AF3248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66043" y="1703610"/>
                  <a:ext cx="1990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80ABBBD-FC1A-E02F-BC8C-DE257ACF98DB}"/>
                    </a:ext>
                  </a:extLst>
                </p14:cNvPr>
                <p14:cNvContentPartPr/>
                <p14:nvPr/>
              </p14:nvContentPartPr>
              <p14:xfrm>
                <a:off x="5892243" y="1674450"/>
                <a:ext cx="252360" cy="199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80ABBBD-FC1A-E02F-BC8C-DE257ACF98D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86123" y="1668330"/>
                  <a:ext cx="2646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4C2D9DC-BDE4-560B-9C0B-FDE2F034A7A1}"/>
                    </a:ext>
                  </a:extLst>
                </p14:cNvPr>
                <p14:cNvContentPartPr/>
                <p14:nvPr/>
              </p14:nvContentPartPr>
              <p14:xfrm>
                <a:off x="5737083" y="1521450"/>
                <a:ext cx="614880" cy="262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4C2D9DC-BDE4-560B-9C0B-FDE2F034A7A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30963" y="1515330"/>
                  <a:ext cx="6271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FA844D8-972F-3446-8C15-F92862746C93}"/>
                    </a:ext>
                  </a:extLst>
                </p14:cNvPr>
                <p14:cNvContentPartPr/>
                <p14:nvPr/>
              </p14:nvContentPartPr>
              <p14:xfrm>
                <a:off x="6238923" y="1674450"/>
                <a:ext cx="235440" cy="196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FA844D8-972F-3446-8C15-F92862746C9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32803" y="1668330"/>
                  <a:ext cx="247680" cy="209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385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676F-4ADE-4D13-9409-F0E070F3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Rule of Thumb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52C81-FDAC-4985-A0C3-628FDBA4A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CA" sz="3200" dirty="0"/>
              <a:t>As a rule of thumb, if you think you need multiple inheritance, you’re probably wrong, but if you know you need it, you’re probably right.</a:t>
            </a:r>
          </a:p>
          <a:p>
            <a:pPr algn="ctr"/>
            <a:endParaRPr lang="en-CA" sz="3200" dirty="0"/>
          </a:p>
          <a:p>
            <a:pPr algn="r"/>
            <a:r>
              <a:rPr lang="en-CA" sz="2400" dirty="0"/>
              <a:t>- Dusty Philips, Python3 Object-oriented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EC673-DA8F-C64D-9979-C6014F76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730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2B75-0F46-42A2-B607-74C07166D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21" y="265088"/>
            <a:ext cx="5325035" cy="1450757"/>
          </a:xfrm>
        </p:spPr>
        <p:txBody>
          <a:bodyPr/>
          <a:lstStyle/>
          <a:p>
            <a:r>
              <a:rPr lang="en-US" dirty="0"/>
              <a:t>RECAP: Interface Segregation Principle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24999-A41E-467D-9711-5C8A0E970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4913" y="4130936"/>
            <a:ext cx="5573487" cy="2440460"/>
          </a:xfrm>
        </p:spPr>
        <p:txBody>
          <a:bodyPr>
            <a:normAutofit/>
          </a:bodyPr>
          <a:lstStyle/>
          <a:p>
            <a:r>
              <a:rPr lang="en-CA" dirty="0"/>
              <a:t>Instead of polluting the animal base class with additional functionality, we create separate interfaces (read: ABC) that handle different responsibilities.</a:t>
            </a:r>
          </a:p>
          <a:p>
            <a:r>
              <a:rPr lang="en-CA" dirty="0"/>
              <a:t>This may seem difficult to maintain, but in fact it isn’t. </a:t>
            </a:r>
            <a:r>
              <a:rPr lang="en-CA" b="1" dirty="0"/>
              <a:t>This is only possible if the interfaces are well defined and have no overlap.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B7128F-BD6F-41E8-8343-9F1F949C87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177" y="1869613"/>
            <a:ext cx="4758724" cy="437878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F428B-F51E-8541-9C85-2786E5BD4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754913" y="332086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dirty="0">
                <a:latin typeface="Courier"/>
              </a:rPr>
              <a:t>class Walkable(</a:t>
            </a:r>
            <a:r>
              <a:rPr lang="en-CA" dirty="0" err="1">
                <a:latin typeface="Courier"/>
              </a:rPr>
              <a:t>abc.ABC</a:t>
            </a:r>
            <a:r>
              <a:rPr lang="en-CA" dirty="0">
                <a:latin typeface="Courier"/>
              </a:rPr>
              <a:t>):</a:t>
            </a:r>
          </a:p>
          <a:p>
            <a:r>
              <a:rPr lang="en-CA" dirty="0">
                <a:latin typeface="Courier"/>
              </a:rPr>
              <a:t>    @</a:t>
            </a:r>
            <a:r>
              <a:rPr lang="en-CA" dirty="0" err="1">
                <a:latin typeface="Courier"/>
              </a:rPr>
              <a:t>abc.abstractmethod</a:t>
            </a:r>
            <a:br>
              <a:rPr lang="en-CA" dirty="0">
                <a:latin typeface="Courier"/>
              </a:rPr>
            </a:br>
            <a:r>
              <a:rPr lang="en-CA" dirty="0">
                <a:latin typeface="Courier"/>
              </a:rPr>
              <a:t>    </a:t>
            </a:r>
            <a:r>
              <a:rPr lang="en-CA" dirty="0" err="1">
                <a:latin typeface="Courier"/>
              </a:rPr>
              <a:t>def</a:t>
            </a:r>
            <a:r>
              <a:rPr lang="en-CA" dirty="0">
                <a:latin typeface="Courier"/>
              </a:rPr>
              <a:t> walk(self):</a:t>
            </a:r>
            <a:br>
              <a:rPr lang="en-CA" dirty="0">
                <a:latin typeface="Courier"/>
              </a:rPr>
            </a:br>
            <a:r>
              <a:rPr lang="en-CA" dirty="0">
                <a:latin typeface="Courier"/>
              </a:rPr>
              <a:t>        pass</a:t>
            </a:r>
          </a:p>
          <a:p>
            <a:r>
              <a:rPr lang="en-CA" dirty="0">
                <a:latin typeface="Courier"/>
              </a:rPr>
              <a:t>class Swimmable(</a:t>
            </a:r>
            <a:r>
              <a:rPr lang="en-CA" dirty="0" err="1">
                <a:latin typeface="Courier"/>
              </a:rPr>
              <a:t>abc.ABC</a:t>
            </a:r>
            <a:r>
              <a:rPr lang="en-CA" dirty="0">
                <a:latin typeface="Courier"/>
              </a:rPr>
              <a:t>):</a:t>
            </a:r>
          </a:p>
          <a:p>
            <a:r>
              <a:rPr lang="en-CA" dirty="0">
                <a:latin typeface="Courier"/>
              </a:rPr>
              <a:t>    @</a:t>
            </a:r>
            <a:r>
              <a:rPr lang="en-CA" dirty="0" err="1">
                <a:latin typeface="Courier"/>
              </a:rPr>
              <a:t>abc.abstractmethod</a:t>
            </a:r>
            <a:br>
              <a:rPr lang="en-CA" dirty="0">
                <a:latin typeface="Courier"/>
              </a:rPr>
            </a:br>
            <a:r>
              <a:rPr lang="en-CA" dirty="0">
                <a:latin typeface="Courier"/>
              </a:rPr>
              <a:t>    </a:t>
            </a:r>
            <a:r>
              <a:rPr lang="en-CA" dirty="0" err="1">
                <a:latin typeface="Courier"/>
              </a:rPr>
              <a:t>def</a:t>
            </a:r>
            <a:r>
              <a:rPr lang="en-CA" dirty="0">
                <a:latin typeface="Courier"/>
              </a:rPr>
              <a:t> swim(self):</a:t>
            </a:r>
            <a:br>
              <a:rPr lang="en-CA" dirty="0">
                <a:latin typeface="Courier"/>
              </a:rPr>
            </a:br>
            <a:r>
              <a:rPr lang="en-CA" dirty="0">
                <a:latin typeface="Courier"/>
              </a:rPr>
              <a:t>        pass</a:t>
            </a:r>
          </a:p>
          <a:p>
            <a:r>
              <a:rPr lang="en-CA" dirty="0">
                <a:latin typeface="Courier"/>
              </a:rPr>
              <a:t>class Human(Animal, Walkable, Swimmable):</a:t>
            </a:r>
          </a:p>
          <a:p>
            <a:r>
              <a:rPr lang="en-CA" dirty="0">
                <a:latin typeface="Courier"/>
              </a:rPr>
              <a:t>    </a:t>
            </a:r>
            <a:r>
              <a:rPr lang="en-CA" dirty="0" err="1">
                <a:latin typeface="Courier"/>
              </a:rPr>
              <a:t>def</a:t>
            </a:r>
            <a:r>
              <a:rPr lang="en-CA" dirty="0">
                <a:latin typeface="Courier"/>
              </a:rPr>
              <a:t> walk(self):</a:t>
            </a:r>
            <a:br>
              <a:rPr lang="en-CA" dirty="0">
                <a:latin typeface="Courier"/>
              </a:rPr>
            </a:br>
            <a:r>
              <a:rPr lang="en-CA" dirty="0">
                <a:latin typeface="Courier"/>
              </a:rPr>
              <a:t>        # overridden walking code</a:t>
            </a:r>
          </a:p>
          <a:p>
            <a:r>
              <a:rPr lang="en-CA" dirty="0">
                <a:latin typeface="Courier"/>
              </a:rPr>
              <a:t>    </a:t>
            </a:r>
            <a:r>
              <a:rPr lang="en-CA" dirty="0" err="1">
                <a:latin typeface="Courier"/>
              </a:rPr>
              <a:t>def</a:t>
            </a:r>
            <a:r>
              <a:rPr lang="en-CA" dirty="0">
                <a:latin typeface="Courier"/>
              </a:rPr>
              <a:t> swim(self):</a:t>
            </a:r>
            <a:br>
              <a:rPr lang="en-CA" dirty="0">
                <a:latin typeface="Courier"/>
              </a:rPr>
            </a:br>
            <a:r>
              <a:rPr lang="en-CA" dirty="0">
                <a:latin typeface="Courier"/>
              </a:rPr>
              <a:t>        # overridden swimming code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E25B35-ECBA-7965-65D0-3BC045D57398}"/>
              </a:ext>
            </a:extLst>
          </p:cNvPr>
          <p:cNvGrpSpPr/>
          <p:nvPr/>
        </p:nvGrpSpPr>
        <p:grpSpPr>
          <a:xfrm>
            <a:off x="618603" y="5200650"/>
            <a:ext cx="3774240" cy="1074960"/>
            <a:chOff x="618603" y="5200650"/>
            <a:chExt cx="3774240" cy="107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8C9E15E-58A4-C019-03EA-F1CA0DD19976}"/>
                    </a:ext>
                  </a:extLst>
                </p14:cNvPr>
                <p14:cNvContentPartPr/>
                <p14:nvPr/>
              </p14:nvContentPartPr>
              <p14:xfrm>
                <a:off x="735963" y="5364090"/>
                <a:ext cx="951480" cy="768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8C9E15E-58A4-C019-03EA-F1CA0DD199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9843" y="5357970"/>
                  <a:ext cx="963720" cy="7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BC47188-B1DD-4862-E5EA-14FAC329CB36}"/>
                    </a:ext>
                  </a:extLst>
                </p14:cNvPr>
                <p14:cNvContentPartPr/>
                <p14:nvPr/>
              </p14:nvContentPartPr>
              <p14:xfrm>
                <a:off x="1830003" y="5404050"/>
                <a:ext cx="1093680" cy="871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BC47188-B1DD-4862-E5EA-14FAC329CB3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3883" y="5397930"/>
                  <a:ext cx="1105920" cy="88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8A3F263-F660-BFAE-6D15-0A42140610C2}"/>
                    </a:ext>
                  </a:extLst>
                </p14:cNvPr>
                <p14:cNvContentPartPr/>
                <p14:nvPr/>
              </p14:nvContentPartPr>
              <p14:xfrm>
                <a:off x="3398883" y="5200650"/>
                <a:ext cx="993960" cy="88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8A3F263-F660-BFAE-6D15-0A42140610C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92763" y="5194530"/>
                  <a:ext cx="1006200" cy="90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0D01C1F-F4AF-290C-A8BB-A142F62664CF}"/>
                    </a:ext>
                  </a:extLst>
                </p14:cNvPr>
                <p14:cNvContentPartPr/>
                <p14:nvPr/>
              </p14:nvContentPartPr>
              <p14:xfrm>
                <a:off x="618603" y="5211450"/>
                <a:ext cx="367200" cy="249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0D01C1F-F4AF-290C-A8BB-A142F62664C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2483" y="5205330"/>
                  <a:ext cx="3794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F41B8A2-85C0-C498-112D-36414AF6DFEF}"/>
                    </a:ext>
                  </a:extLst>
                </p14:cNvPr>
                <p14:cNvContentPartPr/>
                <p14:nvPr/>
              </p14:nvContentPartPr>
              <p14:xfrm>
                <a:off x="1845483" y="5256450"/>
                <a:ext cx="503640" cy="251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F41B8A2-85C0-C498-112D-36414AF6DFE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39363" y="5250330"/>
                  <a:ext cx="515880" cy="26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64E50FF-F676-8165-0C2A-906BA7F989C5}"/>
                  </a:ext>
                </a:extLst>
              </p14:cNvPr>
              <p14:cNvContentPartPr/>
              <p14:nvPr/>
            </p14:nvContentPartPr>
            <p14:xfrm>
              <a:off x="7431963" y="2852010"/>
              <a:ext cx="195120" cy="26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64E50FF-F676-8165-0C2A-906BA7F989C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25843" y="2845890"/>
                <a:ext cx="20736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A8B89FEB-337E-29FF-B232-CA1F6AC20773}"/>
              </a:ext>
            </a:extLst>
          </p:cNvPr>
          <p:cNvGrpSpPr/>
          <p:nvPr/>
        </p:nvGrpSpPr>
        <p:grpSpPr>
          <a:xfrm>
            <a:off x="7146483" y="1988010"/>
            <a:ext cx="2983680" cy="694800"/>
            <a:chOff x="7146483" y="1988010"/>
            <a:chExt cx="2983680" cy="69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87630DF-0CDA-72AB-79EF-4CCBAED4E120}"/>
                    </a:ext>
                  </a:extLst>
                </p14:cNvPr>
                <p14:cNvContentPartPr/>
                <p14:nvPr/>
              </p14:nvContentPartPr>
              <p14:xfrm>
                <a:off x="7169523" y="2462130"/>
                <a:ext cx="492480" cy="189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87630DF-0CDA-72AB-79EF-4CCBAED4E12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63403" y="2456010"/>
                  <a:ext cx="5047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B9717CA-F8F0-4CC6-75BE-B9D84EB1E0BD}"/>
                    </a:ext>
                  </a:extLst>
                </p14:cNvPr>
                <p14:cNvContentPartPr/>
                <p14:nvPr/>
              </p14:nvContentPartPr>
              <p14:xfrm>
                <a:off x="7578483" y="2416410"/>
                <a:ext cx="218880" cy="192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B9717CA-F8F0-4CC6-75BE-B9D84EB1E0B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572363" y="2410290"/>
                  <a:ext cx="231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D47801-D2E6-779C-FE76-3C729556DDBF}"/>
                    </a:ext>
                  </a:extLst>
                </p14:cNvPr>
                <p14:cNvContentPartPr/>
                <p14:nvPr/>
              </p14:nvContentPartPr>
              <p14:xfrm>
                <a:off x="7146483" y="2233890"/>
                <a:ext cx="1389600" cy="386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D47801-D2E6-779C-FE76-3C729556DDB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40363" y="2227770"/>
                  <a:ext cx="140184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EE0D20-3D4E-2BA2-10D4-995DE7AE80C4}"/>
                    </a:ext>
                  </a:extLst>
                </p14:cNvPr>
                <p14:cNvContentPartPr/>
                <p14:nvPr/>
              </p14:nvContentPartPr>
              <p14:xfrm>
                <a:off x="7230723" y="1988010"/>
                <a:ext cx="2844720" cy="607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4EE0D20-3D4E-2BA2-10D4-995DE7AE80C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24603" y="1981890"/>
                  <a:ext cx="285696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087DC6F-A277-7E40-C372-AACD7CD3EBB2}"/>
                    </a:ext>
                  </a:extLst>
                </p14:cNvPr>
                <p14:cNvContentPartPr/>
                <p14:nvPr/>
              </p14:nvContentPartPr>
              <p14:xfrm>
                <a:off x="9888603" y="2441610"/>
                <a:ext cx="241560" cy="241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087DC6F-A277-7E40-C372-AACD7CD3EBB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82483" y="2435490"/>
                  <a:ext cx="2538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1FB4698-D008-66D7-5D49-D5C73B2A602D}"/>
                    </a:ext>
                  </a:extLst>
                </p14:cNvPr>
                <p14:cNvContentPartPr/>
                <p14:nvPr/>
              </p14:nvContentPartPr>
              <p14:xfrm>
                <a:off x="8405403" y="2441970"/>
                <a:ext cx="217080" cy="205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1FB4698-D008-66D7-5D49-D5C73B2A602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399283" y="2435850"/>
                  <a:ext cx="229320" cy="218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56354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FA7F28-7B91-4580-BAD7-8D1E1807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Diamond Problem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311A8D-5FEE-4C3B-B1AC-8E80DFE29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 simple take at why multiple inheritance is problematic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6AB9B4-CD5F-7B47-8903-A637E250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423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B019A08-55AD-4038-B865-37DA596B8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B7E64-99D8-429D-B8AF-D4290542D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337" y="635431"/>
            <a:ext cx="5127171" cy="1450757"/>
          </a:xfrm>
        </p:spPr>
        <p:txBody>
          <a:bodyPr>
            <a:normAutofit/>
          </a:bodyPr>
          <a:lstStyle/>
          <a:p>
            <a:r>
              <a:rPr lang="en-CA" dirty="0"/>
              <a:t>The Diamond Problem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A067F2-7FAF-4758-9BC4-F7C88ED90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159D5-7920-4C10-8A80-92C8A6155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8255" y="2206936"/>
            <a:ext cx="5127172" cy="3670180"/>
          </a:xfrm>
        </p:spPr>
        <p:txBody>
          <a:bodyPr>
            <a:normAutofit/>
          </a:bodyPr>
          <a:lstStyle/>
          <a:p>
            <a:r>
              <a:rPr lang="en-CA" dirty="0"/>
              <a:t>At first glance this inheritance looks fine</a:t>
            </a:r>
          </a:p>
          <a:p>
            <a:endParaRPr lang="en-CA" dirty="0"/>
          </a:p>
          <a:p>
            <a:r>
              <a:rPr lang="en-CA" dirty="0"/>
              <a:t>Subclass inherits from 2 parents (</a:t>
            </a:r>
            <a:r>
              <a:rPr lang="en-CA" dirty="0" err="1"/>
              <a:t>LeftSubClass</a:t>
            </a:r>
            <a:r>
              <a:rPr lang="en-CA" dirty="0"/>
              <a:t> and </a:t>
            </a:r>
            <a:r>
              <a:rPr lang="en-CA" dirty="0" err="1"/>
              <a:t>RightSubClass</a:t>
            </a:r>
            <a:r>
              <a:rPr lang="en-CA" dirty="0"/>
              <a:t>). And Subclass also has a grandparent Base.</a:t>
            </a:r>
          </a:p>
          <a:p>
            <a:endParaRPr lang="en-CA" dirty="0"/>
          </a:p>
          <a:p>
            <a:r>
              <a:rPr lang="en-CA" dirty="0"/>
              <a:t>But if we look a little closer, some questions start to rise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27C7B9-FD35-4E35-B741-E4A9A5F4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6B7131-2035-43F9-84E8-2B4749D33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685C4-16AB-AF4E-A5A2-F140FED7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59EC33-EA5E-45B4-A6B1-D16035D11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02" y="635430"/>
            <a:ext cx="6568235" cy="5324679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3D333028-444B-9804-3D2C-319CAA7CE5DD}"/>
              </a:ext>
            </a:extLst>
          </p:cNvPr>
          <p:cNvGrpSpPr/>
          <p:nvPr/>
        </p:nvGrpSpPr>
        <p:grpSpPr>
          <a:xfrm>
            <a:off x="2454603" y="5981850"/>
            <a:ext cx="721440" cy="384840"/>
            <a:chOff x="2454603" y="5981850"/>
            <a:chExt cx="721440" cy="38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F6F9273-B9DD-6064-328C-6D365AA62311}"/>
                    </a:ext>
                  </a:extLst>
                </p14:cNvPr>
                <p14:cNvContentPartPr/>
                <p14:nvPr/>
              </p14:nvContentPartPr>
              <p14:xfrm>
                <a:off x="2454603" y="6053490"/>
                <a:ext cx="97200" cy="145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F6F9273-B9DD-6064-328C-6D365AA6231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48483" y="6047370"/>
                  <a:ext cx="1094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0B686D5-C20C-DED2-9E82-9B7D90FDB161}"/>
                    </a:ext>
                  </a:extLst>
                </p14:cNvPr>
                <p14:cNvContentPartPr/>
                <p14:nvPr/>
              </p14:nvContentPartPr>
              <p14:xfrm>
                <a:off x="2557203" y="6096330"/>
                <a:ext cx="77400" cy="120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0B686D5-C20C-DED2-9E82-9B7D90FDB16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51083" y="6090210"/>
                  <a:ext cx="896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662ACC2-8B9E-DBA0-86C1-A2E27DC67E19}"/>
                    </a:ext>
                  </a:extLst>
                </p14:cNvPr>
                <p14:cNvContentPartPr/>
                <p14:nvPr/>
              </p14:nvContentPartPr>
              <p14:xfrm>
                <a:off x="2675643" y="6142410"/>
                <a:ext cx="16920" cy="224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662ACC2-8B9E-DBA0-86C1-A2E27DC67E1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69523" y="6136290"/>
                  <a:ext cx="291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57E8C1E-91B7-AC0B-8322-2C90D43A3904}"/>
                    </a:ext>
                  </a:extLst>
                </p14:cNvPr>
                <p14:cNvContentPartPr/>
                <p14:nvPr/>
              </p14:nvContentPartPr>
              <p14:xfrm>
                <a:off x="2688603" y="5981850"/>
                <a:ext cx="44640" cy="208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57E8C1E-91B7-AC0B-8322-2C90D43A390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82483" y="5975730"/>
                  <a:ext cx="56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16B48AF-8200-EB96-F9AE-2B9C74E9D643}"/>
                    </a:ext>
                  </a:extLst>
                </p14:cNvPr>
                <p14:cNvContentPartPr/>
                <p14:nvPr/>
              </p14:nvContentPartPr>
              <p14:xfrm>
                <a:off x="2772843" y="6097050"/>
                <a:ext cx="146520" cy="57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16B48AF-8200-EB96-F9AE-2B9C74E9D64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66723" y="6090930"/>
                  <a:ext cx="1587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F738577-68A5-E0B0-DDE7-A4F989DF79D3}"/>
                    </a:ext>
                  </a:extLst>
                </p14:cNvPr>
                <p14:cNvContentPartPr/>
                <p14:nvPr/>
              </p14:nvContentPartPr>
              <p14:xfrm>
                <a:off x="2975523" y="6135570"/>
                <a:ext cx="972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F738577-68A5-E0B0-DDE7-A4F989DF79D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69403" y="6129450"/>
                  <a:ext cx="21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767C90F-B3AA-D760-9ED2-72622B1B9268}"/>
                    </a:ext>
                  </a:extLst>
                </p14:cNvPr>
                <p14:cNvContentPartPr/>
                <p14:nvPr/>
              </p14:nvContentPartPr>
              <p14:xfrm>
                <a:off x="2954283" y="5998050"/>
                <a:ext cx="88920" cy="242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767C90F-B3AA-D760-9ED2-72622B1B926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48163" y="5991930"/>
                  <a:ext cx="1011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7ED3D5D-7B49-C3CC-69B7-E0F873414BC0}"/>
                    </a:ext>
                  </a:extLst>
                </p14:cNvPr>
                <p14:cNvContentPartPr/>
                <p14:nvPr/>
              </p14:nvContentPartPr>
              <p14:xfrm>
                <a:off x="3065163" y="6007770"/>
                <a:ext cx="23400" cy="234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7ED3D5D-7B49-C3CC-69B7-E0F873414BC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59043" y="6001650"/>
                  <a:ext cx="356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0893C27-3BDB-AA2B-0A4C-B4E0EE64A7A1}"/>
                    </a:ext>
                  </a:extLst>
                </p14:cNvPr>
                <p14:cNvContentPartPr/>
                <p14:nvPr/>
              </p14:nvContentPartPr>
              <p14:xfrm>
                <a:off x="3163803" y="6177690"/>
                <a:ext cx="12240" cy="28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0893C27-3BDB-AA2B-0A4C-B4E0EE64A7A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57683" y="6171570"/>
                  <a:ext cx="2448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C316B70-5800-4098-044E-46267CA194A4}"/>
              </a:ext>
            </a:extLst>
          </p:cNvPr>
          <p:cNvGrpSpPr/>
          <p:nvPr/>
        </p:nvGrpSpPr>
        <p:grpSpPr>
          <a:xfrm>
            <a:off x="3350643" y="5908770"/>
            <a:ext cx="974160" cy="447840"/>
            <a:chOff x="3350643" y="5908770"/>
            <a:chExt cx="97416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30166FC-05A1-9824-9742-9958C177CAD1}"/>
                    </a:ext>
                  </a:extLst>
                </p14:cNvPr>
                <p14:cNvContentPartPr/>
                <p14:nvPr/>
              </p14:nvContentPartPr>
              <p14:xfrm>
                <a:off x="3350643" y="5932530"/>
                <a:ext cx="304920" cy="277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30166FC-05A1-9824-9742-9958C177CAD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44523" y="5926410"/>
                  <a:ext cx="3171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5333673-192D-DA74-C9D4-23227CDD458F}"/>
                    </a:ext>
                  </a:extLst>
                </p14:cNvPr>
                <p14:cNvContentPartPr/>
                <p14:nvPr/>
              </p14:nvContentPartPr>
              <p14:xfrm>
                <a:off x="3683283" y="5908770"/>
                <a:ext cx="51840" cy="306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5333673-192D-DA74-C9D4-23227CDD458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677163" y="5902650"/>
                  <a:ext cx="640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A3C829D-92D1-7552-30CE-09FD06BDFC60}"/>
                    </a:ext>
                  </a:extLst>
                </p14:cNvPr>
                <p14:cNvContentPartPr/>
                <p14:nvPr/>
              </p14:nvContentPartPr>
              <p14:xfrm>
                <a:off x="3733323" y="6145650"/>
                <a:ext cx="96840" cy="14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A3C829D-92D1-7552-30CE-09FD06BDFC6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27203" y="6139530"/>
                  <a:ext cx="1090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9FEAED6-FEB4-B3C2-05B2-8E02EE0E2833}"/>
                    </a:ext>
                  </a:extLst>
                </p14:cNvPr>
                <p14:cNvContentPartPr/>
                <p14:nvPr/>
              </p14:nvContentPartPr>
              <p14:xfrm>
                <a:off x="3847083" y="6120450"/>
                <a:ext cx="300600" cy="123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9FEAED6-FEB4-B3C2-05B2-8E02EE0E283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40963" y="6114330"/>
                  <a:ext cx="312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3F6829A-5180-54F8-BE47-68F69290471D}"/>
                    </a:ext>
                  </a:extLst>
                </p14:cNvPr>
                <p14:cNvContentPartPr/>
                <p14:nvPr/>
              </p14:nvContentPartPr>
              <p14:xfrm>
                <a:off x="4269363" y="5978610"/>
                <a:ext cx="55440" cy="378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3F6829A-5180-54F8-BE47-68F69290471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263243" y="5972490"/>
                  <a:ext cx="676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1D76676-4054-E648-9116-73B965782A16}"/>
                    </a:ext>
                  </a:extLst>
                </p14:cNvPr>
                <p14:cNvContentPartPr/>
                <p14:nvPr/>
              </p14:nvContentPartPr>
              <p14:xfrm>
                <a:off x="4095483" y="5976450"/>
                <a:ext cx="115200" cy="263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1D76676-4054-E648-9116-73B965782A1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089363" y="5970330"/>
                  <a:ext cx="127440" cy="27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2DFC850-59EF-FDD4-3805-5EE9189A9137}"/>
                  </a:ext>
                </a:extLst>
              </p14:cNvPr>
              <p14:cNvContentPartPr/>
              <p14:nvPr/>
            </p14:nvContentPartPr>
            <p14:xfrm>
              <a:off x="548043" y="2419290"/>
              <a:ext cx="1046160" cy="11473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2DFC850-59EF-FDD4-3805-5EE9189A913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41923" y="2413170"/>
                <a:ext cx="1058400" cy="11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B40307A-2336-B9FF-27B3-B74752AE25CF}"/>
                  </a:ext>
                </a:extLst>
              </p14:cNvPr>
              <p14:cNvContentPartPr/>
              <p14:nvPr/>
            </p14:nvContentPartPr>
            <p14:xfrm>
              <a:off x="4912683" y="2988450"/>
              <a:ext cx="828000" cy="9565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B40307A-2336-B9FF-27B3-B74752AE25C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906563" y="2982330"/>
                <a:ext cx="840240" cy="96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12357DCA-0669-93EE-867C-39881ACB8AB3}"/>
              </a:ext>
            </a:extLst>
          </p:cNvPr>
          <p:cNvGrpSpPr/>
          <p:nvPr/>
        </p:nvGrpSpPr>
        <p:grpSpPr>
          <a:xfrm>
            <a:off x="3050043" y="2714850"/>
            <a:ext cx="173160" cy="556920"/>
            <a:chOff x="3050043" y="2714850"/>
            <a:chExt cx="173160" cy="55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B9197AD-A0C4-1977-002F-A3A94EC89D6E}"/>
                    </a:ext>
                  </a:extLst>
                </p14:cNvPr>
                <p14:cNvContentPartPr/>
                <p14:nvPr/>
              </p14:nvContentPartPr>
              <p14:xfrm>
                <a:off x="3050043" y="2714850"/>
                <a:ext cx="173160" cy="367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B9197AD-A0C4-1977-002F-A3A94EC89D6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043923" y="2708730"/>
                  <a:ext cx="1854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4B1A0C3-B08E-9401-20A9-54ACB215F34F}"/>
                    </a:ext>
                  </a:extLst>
                </p14:cNvPr>
                <p14:cNvContentPartPr/>
                <p14:nvPr/>
              </p14:nvContentPartPr>
              <p14:xfrm>
                <a:off x="3088563" y="3185730"/>
                <a:ext cx="48960" cy="86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4B1A0C3-B08E-9401-20A9-54ACB215F34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82443" y="3179610"/>
                  <a:ext cx="61200" cy="9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3272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B019A08-55AD-4038-B865-37DA596B8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B7E64-99D8-429D-B8AF-D4290542D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337" y="635431"/>
            <a:ext cx="5127171" cy="1450757"/>
          </a:xfrm>
        </p:spPr>
        <p:txBody>
          <a:bodyPr>
            <a:normAutofit/>
          </a:bodyPr>
          <a:lstStyle/>
          <a:p>
            <a:r>
              <a:rPr lang="en-CA" dirty="0"/>
              <a:t>The Diamond Problem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A067F2-7FAF-4758-9BC4-F7C88ED90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159D5-7920-4C10-8A80-92C8A6155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8255" y="2206936"/>
            <a:ext cx="5127172" cy="3670180"/>
          </a:xfrm>
        </p:spPr>
        <p:txBody>
          <a:bodyPr>
            <a:normAutofit/>
          </a:bodyPr>
          <a:lstStyle/>
          <a:p>
            <a:r>
              <a:rPr lang="en-CA" dirty="0" err="1"/>
              <a:t>SubClass</a:t>
            </a:r>
            <a:r>
              <a:rPr lang="en-CA" dirty="0"/>
              <a:t> inherits from </a:t>
            </a:r>
            <a:r>
              <a:rPr lang="en-CA" dirty="0" err="1"/>
              <a:t>LeftSubClass</a:t>
            </a:r>
            <a:r>
              <a:rPr lang="en-CA" dirty="0"/>
              <a:t>, which means it also inherits from Base</a:t>
            </a:r>
          </a:p>
          <a:p>
            <a:r>
              <a:rPr lang="en-CA" dirty="0" err="1"/>
              <a:t>SubClass</a:t>
            </a:r>
            <a:r>
              <a:rPr lang="en-CA" dirty="0"/>
              <a:t> inherits from </a:t>
            </a:r>
            <a:r>
              <a:rPr lang="en-CA" dirty="0" err="1"/>
              <a:t>RightSubClass</a:t>
            </a:r>
            <a:r>
              <a:rPr lang="en-CA" dirty="0"/>
              <a:t>, which means it also inherits from a second Base?</a:t>
            </a:r>
          </a:p>
          <a:p>
            <a:r>
              <a:rPr lang="en-CA" dirty="0"/>
              <a:t>Does that mean </a:t>
            </a:r>
            <a:r>
              <a:rPr lang="en-CA" dirty="0" err="1"/>
              <a:t>SubClass</a:t>
            </a:r>
            <a:r>
              <a:rPr lang="en-CA" dirty="0"/>
              <a:t> has two instances of Base as grandparents?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27C7B9-FD35-4E35-B741-E4A9A5F4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6B7131-2035-43F9-84E8-2B4749D33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685C4-16AB-AF4E-A5A2-F140FED7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59EC33-EA5E-45B4-A6B1-D16035D11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02" y="635430"/>
            <a:ext cx="6568235" cy="532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80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B019A08-55AD-4038-B865-37DA596B8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B7E64-99D8-429D-B8AF-D4290542D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337" y="635431"/>
            <a:ext cx="5127171" cy="1450757"/>
          </a:xfrm>
        </p:spPr>
        <p:txBody>
          <a:bodyPr>
            <a:normAutofit/>
          </a:bodyPr>
          <a:lstStyle/>
          <a:p>
            <a:r>
              <a:rPr lang="en-CA" dirty="0"/>
              <a:t>The Diamond Problem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A067F2-7FAF-4758-9BC4-F7C88ED90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159D5-7920-4C10-8A80-92C8A6155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8255" y="2206936"/>
            <a:ext cx="5127172" cy="3670180"/>
          </a:xfrm>
        </p:spPr>
        <p:txBody>
          <a:bodyPr>
            <a:normAutofit/>
          </a:bodyPr>
          <a:lstStyle/>
          <a:p>
            <a:r>
              <a:rPr lang="en-CA" dirty="0"/>
              <a:t>One of the trickiest aspects of Multiple Inheritance is to determine the order in which methods are executed</a:t>
            </a:r>
          </a:p>
          <a:p>
            <a:r>
              <a:rPr lang="en-CA" dirty="0"/>
              <a:t>All of the classes have a </a:t>
            </a:r>
            <a:r>
              <a:rPr lang="en-CA" dirty="0" err="1"/>
              <a:t>call_me</a:t>
            </a:r>
            <a:r>
              <a:rPr lang="en-CA" dirty="0"/>
              <a:t>() function</a:t>
            </a:r>
          </a:p>
          <a:p>
            <a:r>
              <a:rPr lang="en-CA" dirty="0"/>
              <a:t>If </a:t>
            </a:r>
            <a:r>
              <a:rPr lang="en-CA" dirty="0" err="1"/>
              <a:t>SubClass</a:t>
            </a:r>
            <a:r>
              <a:rPr lang="en-CA" dirty="0"/>
              <a:t> invokes </a:t>
            </a:r>
            <a:r>
              <a:rPr lang="en-CA" dirty="0" err="1"/>
              <a:t>call_me</a:t>
            </a:r>
            <a:r>
              <a:rPr lang="en-CA" dirty="0"/>
              <a:t>() on its parent, which </a:t>
            </a:r>
            <a:r>
              <a:rPr lang="en-CA" dirty="0" err="1"/>
              <a:t>call_me</a:t>
            </a:r>
            <a:r>
              <a:rPr lang="en-CA" dirty="0"/>
              <a:t>() function is called?</a:t>
            </a:r>
          </a:p>
          <a:p>
            <a:pPr lvl="1"/>
            <a:r>
              <a:rPr lang="en-CA" sz="2000" dirty="0"/>
              <a:t>Is </a:t>
            </a:r>
            <a:r>
              <a:rPr lang="en-CA" sz="2000" dirty="0" err="1"/>
              <a:t>call_me</a:t>
            </a:r>
            <a:r>
              <a:rPr lang="en-CA" sz="2000" dirty="0"/>
              <a:t>() in </a:t>
            </a:r>
            <a:r>
              <a:rPr lang="en-CA" sz="2000" dirty="0" err="1"/>
              <a:t>LeftSubClass</a:t>
            </a:r>
            <a:r>
              <a:rPr lang="en-CA" sz="2000" dirty="0"/>
              <a:t> called?</a:t>
            </a:r>
          </a:p>
          <a:p>
            <a:pPr lvl="1"/>
            <a:r>
              <a:rPr lang="en-CA" sz="2000" dirty="0"/>
              <a:t>Is </a:t>
            </a:r>
            <a:r>
              <a:rPr lang="en-CA" sz="2000" dirty="0" err="1"/>
              <a:t>call_me</a:t>
            </a:r>
            <a:r>
              <a:rPr lang="en-CA" sz="2000" dirty="0"/>
              <a:t>() in </a:t>
            </a:r>
            <a:r>
              <a:rPr lang="en-CA" sz="2000" dirty="0" err="1"/>
              <a:t>RightSubClass</a:t>
            </a:r>
            <a:r>
              <a:rPr lang="en-CA" sz="2000" dirty="0"/>
              <a:t> called?</a:t>
            </a:r>
          </a:p>
          <a:p>
            <a:pPr lvl="1"/>
            <a:r>
              <a:rPr lang="en-CA" sz="2000" dirty="0"/>
              <a:t>Does it call both?</a:t>
            </a:r>
          </a:p>
          <a:p>
            <a:pPr lvl="1"/>
            <a:r>
              <a:rPr lang="en-CA" sz="2000" dirty="0"/>
              <a:t>Is </a:t>
            </a:r>
            <a:r>
              <a:rPr lang="en-CA" sz="2000" dirty="0" err="1"/>
              <a:t>call_me</a:t>
            </a:r>
            <a:r>
              <a:rPr lang="en-CA" sz="2000" dirty="0"/>
              <a:t>() in grandparent Base called?</a:t>
            </a:r>
          </a:p>
          <a:p>
            <a:pPr lvl="1"/>
            <a:endParaRPr lang="en-CA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27C7B9-FD35-4E35-B741-E4A9A5F4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6B7131-2035-43F9-84E8-2B4749D33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685C4-16AB-AF4E-A5A2-F140FED7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59EC33-EA5E-45B4-A6B1-D16035D11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02" y="635430"/>
            <a:ext cx="6568235" cy="532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86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5EAD-5145-4363-96F6-33B4E28E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Diamond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E6C03-F967-405F-B641-C1584AAD7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342" y="1948132"/>
            <a:ext cx="4796526" cy="1854897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CA" sz="2800" dirty="0"/>
              <a:t>If </a:t>
            </a:r>
            <a:r>
              <a:rPr lang="en-CA" sz="2800" dirty="0" err="1"/>
              <a:t>call_me</a:t>
            </a:r>
            <a:r>
              <a:rPr lang="en-CA" sz="2800" dirty="0"/>
              <a:t> method of a </a:t>
            </a:r>
            <a:r>
              <a:rPr lang="en-CA" sz="2800" dirty="0" err="1"/>
              <a:t>SubClass</a:t>
            </a:r>
            <a:r>
              <a:rPr lang="en-CA" sz="2800" dirty="0"/>
              <a:t> is invoked, in what order is the </a:t>
            </a:r>
            <a:r>
              <a:rPr lang="en-CA" sz="2800" dirty="0" err="1"/>
              <a:t>call_me</a:t>
            </a:r>
            <a:r>
              <a:rPr lang="en-CA" sz="2800" dirty="0"/>
              <a:t> methods of its super classes invoked?</a:t>
            </a:r>
          </a:p>
          <a:p>
            <a:pPr marL="0" indent="0">
              <a:buNone/>
            </a:pPr>
            <a:r>
              <a:rPr lang="en-CA" sz="2500" dirty="0"/>
              <a:t>Let’s take a look at some code!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54F7A-B09E-EB48-90A9-021CD580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43962" y="3821802"/>
            <a:ext cx="568251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200" dirty="0">
                <a:solidFill>
                  <a:srgbClr val="0070C0"/>
                </a:solidFill>
                <a:latin typeface="Rockwell" panose="02060603020205020403" pitchFamily="18" charset="0"/>
              </a:rPr>
              <a:t>multipleinheritance_diamond_problem.py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B51034-6A4B-4F7C-A90F-31D75D0B0242}"/>
              </a:ext>
            </a:extLst>
          </p:cNvPr>
          <p:cNvSpPr/>
          <p:nvPr/>
        </p:nvSpPr>
        <p:spPr>
          <a:xfrm>
            <a:off x="654284" y="432780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dirty="0"/>
              <a:t>Notice in our code how it appears as though there are two Base grandparent classes if we call the parent’s </a:t>
            </a:r>
            <a:r>
              <a:rPr lang="en-CA" dirty="0" err="1"/>
              <a:t>call_me</a:t>
            </a:r>
            <a:r>
              <a:rPr lang="en-CA" dirty="0"/>
              <a:t>() method directly? </a:t>
            </a:r>
          </a:p>
          <a:p>
            <a:endParaRPr lang="en-CA" dirty="0"/>
          </a:p>
          <a:p>
            <a:r>
              <a:rPr lang="en-CA" dirty="0"/>
              <a:t>We still don’t know which parent’s </a:t>
            </a:r>
            <a:r>
              <a:rPr lang="en-CA" dirty="0" err="1"/>
              <a:t>call_me</a:t>
            </a:r>
            <a:r>
              <a:rPr lang="en-CA" dirty="0"/>
              <a:t>() function is called</a:t>
            </a:r>
          </a:p>
        </p:txBody>
      </p:sp>
    </p:spTree>
    <p:extLst>
      <p:ext uri="{BB962C8B-B14F-4D97-AF65-F5344CB8AC3E}">
        <p14:creationId xmlns:p14="http://schemas.microsoft.com/office/powerpoint/2010/main" val="657288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5EAD-5145-4363-96F6-33B4E28E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Diamond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E6C03-F967-405F-B641-C1584AAD7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273" y="1890483"/>
            <a:ext cx="5282698" cy="1080347"/>
          </a:xfrm>
        </p:spPr>
        <p:txBody>
          <a:bodyPr anchor="t">
            <a:normAutofit/>
          </a:bodyPr>
          <a:lstStyle/>
          <a:p>
            <a:r>
              <a:rPr lang="en-CA" dirty="0"/>
              <a:t>The </a:t>
            </a:r>
            <a:r>
              <a:rPr lang="en-CA" b="1" dirty="0"/>
              <a:t>super() </a:t>
            </a:r>
            <a:r>
              <a:rPr lang="en-CA" dirty="0"/>
              <a:t>keyword executes the methods in the parent class by first resolving the </a:t>
            </a:r>
            <a:r>
              <a:rPr lang="en-CA" b="1" dirty="0"/>
              <a:t>Method Resolution Order</a:t>
            </a:r>
            <a:r>
              <a:rPr lang="en-CA" dirty="0"/>
              <a:t>! (More on that in a bit)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E4D27-37C9-F24E-BD54-A7E66E41D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78980" y="2738724"/>
            <a:ext cx="18473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CA" sz="2200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5273" y="2969623"/>
            <a:ext cx="559685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200" dirty="0">
                <a:solidFill>
                  <a:srgbClr val="0070C0"/>
                </a:solidFill>
                <a:latin typeface="Rockwell" panose="02060603020205020403" pitchFamily="18" charset="0"/>
              </a:rPr>
              <a:t>multipleinheritance_diamond_solution.py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59EC33-EA5E-45B4-A6B1-D16035D11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225" y="1812476"/>
            <a:ext cx="5572460" cy="451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38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5EAD-5145-4363-96F6-33B4E28E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Diamond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E6C03-F967-405F-B641-C1584AAD7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5282698" cy="4413847"/>
          </a:xfrm>
        </p:spPr>
        <p:txBody>
          <a:bodyPr anchor="t">
            <a:normAutofit/>
          </a:bodyPr>
          <a:lstStyle/>
          <a:p>
            <a:r>
              <a:rPr lang="en-CA" dirty="0"/>
              <a:t>Great we figured out how to get around the problem of which method is called first. But what if all the </a:t>
            </a:r>
            <a:r>
              <a:rPr lang="en-CA" dirty="0" err="1"/>
              <a:t>call_me</a:t>
            </a:r>
            <a:r>
              <a:rPr lang="en-CA" dirty="0"/>
              <a:t>() methods took different sets of arguments?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E4D27-37C9-F24E-BD54-A7E66E41D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78980" y="2738724"/>
            <a:ext cx="18473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CA" sz="2200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432" y="1765871"/>
            <a:ext cx="6122681" cy="457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76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009" y="1798631"/>
            <a:ext cx="6023437" cy="44994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B7E64-99D8-429D-B8AF-D4290542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Diamond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159D5-7920-4C10-8A80-92C8A6155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911117"/>
            <a:ext cx="5303520" cy="1403075"/>
          </a:xfrm>
        </p:spPr>
        <p:txBody>
          <a:bodyPr>
            <a:normAutofit/>
          </a:bodyPr>
          <a:lstStyle/>
          <a:p>
            <a:r>
              <a:rPr lang="en-CA" b="1" u="sng" dirty="0"/>
              <a:t>The Answer: </a:t>
            </a:r>
            <a:r>
              <a:rPr lang="en-CA" dirty="0"/>
              <a:t>Variable Keyword Argument Lists! We use the power of method overloading in python to pass a dictionary of a number of different argument types.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3FC76-3128-354D-956A-19525F593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48446" y="3175408"/>
            <a:ext cx="62011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000" dirty="0">
                <a:solidFill>
                  <a:srgbClr val="0070C0"/>
                </a:solidFill>
                <a:latin typeface="Rockwell" panose="02060603020205020403" pitchFamily="18" charset="0"/>
              </a:rPr>
              <a:t>multipleinheritance_super_different_arguments.py</a:t>
            </a:r>
          </a:p>
        </p:txBody>
      </p:sp>
    </p:spTree>
    <p:extLst>
      <p:ext uri="{BB962C8B-B14F-4D97-AF65-F5344CB8AC3E}">
        <p14:creationId xmlns:p14="http://schemas.microsoft.com/office/powerpoint/2010/main" val="2776320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FA7F28-7B91-4580-BAD7-8D1E1807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Method Resolution Order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311A8D-5FEE-4C3B-B1AC-8E80DFE29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 simple take at why multiple inheritance is problematic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20ECCD-F5B1-2942-AF70-1DC1A514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DBF9F-DFAD-F480-13AB-142044FE242A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2145511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773D-319F-4252-8F46-69C7C34C5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Method Resolution Order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68753-A0FA-2940-BB30-591AB965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559F94-D352-428D-8DCE-4D983F312E5F}"/>
              </a:ext>
            </a:extLst>
          </p:cNvPr>
          <p:cNvSpPr/>
          <p:nvPr/>
        </p:nvSpPr>
        <p:spPr>
          <a:xfrm>
            <a:off x="994001" y="5977468"/>
            <a:ext cx="5316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https://www.python.org/download/releases/2.3/mro/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0D5ABB-3191-423E-A750-B1D0C5C1C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en-CA" dirty="0"/>
              <a:t>As we’ve seen in the previous example, finding which parent comes first in multiple inheritance is tricky.</a:t>
            </a:r>
          </a:p>
          <a:p>
            <a:r>
              <a:rPr lang="en-US" dirty="0"/>
              <a:t>Given a class C in a </a:t>
            </a:r>
            <a:r>
              <a:rPr lang="en-US" b="1" dirty="0"/>
              <a:t>complicated multiple inheritance</a:t>
            </a:r>
            <a:r>
              <a:rPr lang="en-US" dirty="0"/>
              <a:t> hierarchy, it’s difficult to determine the order that methods are overridden</a:t>
            </a:r>
          </a:p>
          <a:p>
            <a:pPr lvl="1"/>
            <a:r>
              <a:rPr lang="en-US" dirty="0" err="1"/>
              <a:t>Ie</a:t>
            </a:r>
            <a:r>
              <a:rPr lang="en-US" dirty="0"/>
              <a:t>: to specify order of the ancestors of C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list of ancestors of class C, including the class itself, ordered from nearest ancestor to furthest is called the </a:t>
            </a:r>
            <a:r>
              <a:rPr lang="en-US" b="1" dirty="0"/>
              <a:t>class precedence list </a:t>
            </a:r>
            <a:r>
              <a:rPr lang="en-US" dirty="0"/>
              <a:t>or</a:t>
            </a:r>
            <a:r>
              <a:rPr lang="en-US" b="1" dirty="0"/>
              <a:t> the linearization </a:t>
            </a:r>
            <a:r>
              <a:rPr lang="en-US" b="1"/>
              <a:t>of C</a:t>
            </a:r>
            <a:endParaRPr lang="en-US" b="1" dirty="0"/>
          </a:p>
        </p:txBody>
      </p:sp>
      <p:pic>
        <p:nvPicPr>
          <p:cNvPr id="6" name="Picture 2" descr="Image result for Multiple Inheritance">
            <a:extLst>
              <a:ext uri="{FF2B5EF4-FFF2-40B4-BE49-F238E27FC236}">
                <a16:creationId xmlns:a16="http://schemas.microsoft.com/office/drawing/2014/main" id="{B180ADE7-E24C-45E6-A163-10C5CE1A8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51329" y="3002885"/>
            <a:ext cx="2896709" cy="170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00582D-8F9B-B33B-8E42-65D91578BBA3}"/>
              </a:ext>
            </a:extLst>
          </p:cNvPr>
          <p:cNvSpPr txBox="1"/>
          <p:nvPr/>
        </p:nvSpPr>
        <p:spPr>
          <a:xfrm>
            <a:off x="7064642" y="291798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20025187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773D-319F-4252-8F46-69C7C34C5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Method Resolution Order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68753-A0FA-2940-BB30-591AB965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559F94-D352-428D-8DCE-4D983F312E5F}"/>
              </a:ext>
            </a:extLst>
          </p:cNvPr>
          <p:cNvSpPr/>
          <p:nvPr/>
        </p:nvSpPr>
        <p:spPr>
          <a:xfrm>
            <a:off x="994001" y="5977468"/>
            <a:ext cx="5316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https://www.python.org/download/releases/2.3/mro/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0D5ABB-3191-423E-A750-B1D0C5C1C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009030" cy="4023360"/>
          </a:xfrm>
        </p:spPr>
        <p:txBody>
          <a:bodyPr/>
          <a:lstStyle/>
          <a:p>
            <a:r>
              <a:rPr lang="en-US" dirty="0"/>
              <a:t>With single inheritance, if C is a subclass of B, and B is a subclass of A, then the </a:t>
            </a:r>
            <a:r>
              <a:rPr lang="en-US" b="1" dirty="0"/>
              <a:t>linearization of class C is [C, B, A, object]</a:t>
            </a:r>
          </a:p>
          <a:p>
            <a:r>
              <a:rPr lang="en-US" dirty="0"/>
              <a:t>Linearizing single inheritance is easy. However with multiple inheritance, it gets more difficult</a:t>
            </a:r>
          </a:p>
          <a:p>
            <a:r>
              <a:rPr lang="en-US" dirty="0"/>
              <a:t>It’s more difficult to create a linearization that respects </a:t>
            </a:r>
            <a:r>
              <a:rPr lang="en-US" b="1" dirty="0"/>
              <a:t>local precedence ordering</a:t>
            </a:r>
            <a:r>
              <a:rPr lang="en-US" dirty="0"/>
              <a:t> and </a:t>
            </a:r>
            <a:r>
              <a:rPr lang="en-US" b="1" dirty="0"/>
              <a:t>monotonicity </a:t>
            </a:r>
            <a:r>
              <a:rPr lang="en-US" dirty="0"/>
              <a:t>(more on this soon!)</a:t>
            </a:r>
          </a:p>
          <a:p>
            <a:r>
              <a:rPr lang="en-US" dirty="0"/>
              <a:t>The </a:t>
            </a:r>
            <a:r>
              <a:rPr lang="en-US" b="1" dirty="0"/>
              <a:t>Method Resolution Order </a:t>
            </a:r>
            <a:r>
              <a:rPr lang="en-US" dirty="0"/>
              <a:t>(MRO) is the set of rules that we follow to construct this linearization</a:t>
            </a:r>
          </a:p>
          <a:p>
            <a:r>
              <a:rPr lang="en-US" dirty="0"/>
              <a:t>In Python, “MRO of C” and “linearization of class C” are synonymous</a:t>
            </a:r>
          </a:p>
          <a:p>
            <a:pPr lvl="1"/>
            <a:r>
              <a:rPr lang="en-US" dirty="0"/>
              <a:t>The MRO of C in this case is [C, B, A, object]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E8C39F-C95A-4B97-B08D-D708CAD85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021" y="1247371"/>
            <a:ext cx="1612036" cy="48070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C85F3C-AC66-A6B6-9F83-23DA3EAD7E37}"/>
              </a:ext>
            </a:extLst>
          </p:cNvPr>
          <p:cNvSpPr txBox="1"/>
          <p:nvPr/>
        </p:nvSpPr>
        <p:spPr>
          <a:xfrm>
            <a:off x="7064642" y="291798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2523632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773D-319F-4252-8F46-69C7C34C5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Method Resolution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DAB7-E22D-4108-A6D9-A058E13C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088" y="1884663"/>
            <a:ext cx="7618895" cy="3770265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anchor="t">
            <a:normAutofit fontScale="92500" lnSpcReduction="10000"/>
          </a:bodyPr>
          <a:lstStyle/>
          <a:p>
            <a:r>
              <a:rPr lang="en-CA" dirty="0">
                <a:latin typeface="Courier"/>
              </a:rPr>
              <a:t># Try this code:</a:t>
            </a:r>
          </a:p>
          <a:p>
            <a:r>
              <a:rPr lang="en-CA" dirty="0">
                <a:latin typeface="Courier"/>
              </a:rPr>
              <a:t>class Base1:</a:t>
            </a:r>
          </a:p>
          <a:p>
            <a:r>
              <a:rPr lang="en-CA" dirty="0">
                <a:latin typeface="Courier"/>
              </a:rPr>
              <a:t>    pass</a:t>
            </a:r>
          </a:p>
          <a:p>
            <a:r>
              <a:rPr lang="en-CA" dirty="0">
                <a:latin typeface="Courier"/>
              </a:rPr>
              <a:t>class Base2:</a:t>
            </a:r>
          </a:p>
          <a:p>
            <a:r>
              <a:rPr lang="en-CA" dirty="0">
                <a:latin typeface="Courier"/>
              </a:rPr>
              <a:t>    pass</a:t>
            </a:r>
          </a:p>
          <a:p>
            <a:r>
              <a:rPr lang="en-CA" dirty="0">
                <a:latin typeface="Courier"/>
              </a:rPr>
              <a:t>class </a:t>
            </a:r>
            <a:r>
              <a:rPr lang="en-CA" b="1" dirty="0" err="1">
                <a:latin typeface="Courier"/>
              </a:rPr>
              <a:t>MultiDerived</a:t>
            </a:r>
            <a:r>
              <a:rPr lang="en-CA" dirty="0">
                <a:latin typeface="Courier"/>
              </a:rPr>
              <a:t> (</a:t>
            </a:r>
            <a:r>
              <a:rPr lang="en-CA" b="1" dirty="0">
                <a:latin typeface="Courier"/>
              </a:rPr>
              <a:t>Base1</a:t>
            </a:r>
            <a:r>
              <a:rPr lang="en-CA" dirty="0">
                <a:latin typeface="Courier"/>
              </a:rPr>
              <a:t>, </a:t>
            </a:r>
            <a:r>
              <a:rPr lang="en-CA" b="1" dirty="0">
                <a:latin typeface="Courier"/>
              </a:rPr>
              <a:t>Base2</a:t>
            </a:r>
            <a:r>
              <a:rPr lang="en-CA" dirty="0">
                <a:latin typeface="Courier"/>
              </a:rPr>
              <a:t>):</a:t>
            </a:r>
          </a:p>
          <a:p>
            <a:r>
              <a:rPr lang="en-CA" dirty="0">
                <a:latin typeface="Courier"/>
              </a:rPr>
              <a:t>    pass</a:t>
            </a:r>
          </a:p>
          <a:p>
            <a:endParaRPr lang="en-CA" dirty="0">
              <a:latin typeface="Courier"/>
            </a:endParaRPr>
          </a:p>
          <a:p>
            <a:r>
              <a:rPr lang="en-CA" dirty="0">
                <a:latin typeface="Courier"/>
              </a:rPr>
              <a:t>print(</a:t>
            </a:r>
            <a:r>
              <a:rPr lang="en-CA" dirty="0" err="1">
                <a:latin typeface="Courier"/>
              </a:rPr>
              <a:t>MultiDerived.mro</a:t>
            </a:r>
            <a:r>
              <a:rPr lang="en-CA" dirty="0">
                <a:latin typeface="Courier"/>
              </a:rPr>
              <a:t>()) # or </a:t>
            </a:r>
            <a:r>
              <a:rPr lang="en-CA" dirty="0" err="1">
                <a:latin typeface="Courier"/>
              </a:rPr>
              <a:t>MultiDerived</a:t>
            </a:r>
            <a:r>
              <a:rPr lang="en-CA" dirty="0">
                <a:latin typeface="Courier"/>
              </a:rPr>
              <a:t>.__</a:t>
            </a:r>
            <a:r>
              <a:rPr lang="en-CA" dirty="0" err="1">
                <a:latin typeface="Courier"/>
              </a:rPr>
              <a:t>mro</a:t>
            </a:r>
            <a:r>
              <a:rPr lang="en-CA" dirty="0">
                <a:latin typeface="Courier"/>
              </a:rPr>
              <a:t>__</a:t>
            </a:r>
          </a:p>
          <a:p>
            <a:endParaRPr lang="en-CA" dirty="0"/>
          </a:p>
        </p:txBody>
      </p:sp>
      <p:pic>
        <p:nvPicPr>
          <p:cNvPr id="4098" name="Picture 2" descr="Multiple Inheritance in Python">
            <a:extLst>
              <a:ext uri="{FF2B5EF4-FFF2-40B4-BE49-F238E27FC236}">
                <a16:creationId xmlns:a16="http://schemas.microsoft.com/office/drawing/2014/main" id="{D0D586DA-3226-4774-B956-71BEA2BD5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305" y="2059900"/>
            <a:ext cx="3642802" cy="359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DA143-3C63-9E45-AD2A-2B41A6C5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0A467-593C-4D47-9D13-5A5C01E14ABD}"/>
              </a:ext>
            </a:extLst>
          </p:cNvPr>
          <p:cNvSpPr/>
          <p:nvPr/>
        </p:nvSpPr>
        <p:spPr>
          <a:xfrm>
            <a:off x="280039" y="5799039"/>
            <a:ext cx="10363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[&lt;class '__main__.</a:t>
            </a:r>
            <a:r>
              <a:rPr lang="en-US" b="1" dirty="0" err="1"/>
              <a:t>MultiDerived</a:t>
            </a:r>
            <a:r>
              <a:rPr lang="en-US" dirty="0"/>
              <a:t>'&gt;, &lt;class '__main__.</a:t>
            </a:r>
            <a:r>
              <a:rPr lang="en-US" b="1" dirty="0"/>
              <a:t>Base1</a:t>
            </a:r>
            <a:r>
              <a:rPr lang="en-US" dirty="0"/>
              <a:t>'&gt;, &lt;class '__main__.</a:t>
            </a:r>
            <a:r>
              <a:rPr lang="en-US" b="1" dirty="0"/>
              <a:t>Base2</a:t>
            </a:r>
            <a:r>
              <a:rPr lang="en-US" dirty="0"/>
              <a:t>'&gt;, &lt;class </a:t>
            </a:r>
            <a:r>
              <a:rPr lang="en-US" b="1" dirty="0"/>
              <a:t>'object</a:t>
            </a:r>
            <a:r>
              <a:rPr lang="en-US" dirty="0"/>
              <a:t>'&gt;]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B0B95-B5EE-F71A-0A77-2B02ACD68452}"/>
              </a:ext>
            </a:extLst>
          </p:cNvPr>
          <p:cNvSpPr txBox="1"/>
          <p:nvPr/>
        </p:nvSpPr>
        <p:spPr>
          <a:xfrm>
            <a:off x="7064642" y="291798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27647556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12CB42F-9956-4D95-8C19-0E79DC435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C6C6C1-A9F8-44E3-974C-620C78505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754787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C0FCEC-CA69-4FF8-A145-31E35BF6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21" y="785308"/>
            <a:ext cx="5977937" cy="1032268"/>
          </a:xfrm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FFFFFF"/>
                </a:solidFill>
              </a:rPr>
              <a:t>MRO: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5A22-5206-4B2A-B618-3A896640F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21" y="1988878"/>
            <a:ext cx="6709959" cy="40999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MRO must respect </a:t>
            </a:r>
            <a:r>
              <a:rPr lang="en-US" b="1" u="sng" dirty="0">
                <a:solidFill>
                  <a:srgbClr val="FFFFFF"/>
                </a:solidFill>
              </a:rPr>
              <a:t>monotonicity,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and also provide </a:t>
            </a:r>
            <a:r>
              <a:rPr lang="en-US" b="1" u="sng" dirty="0">
                <a:solidFill>
                  <a:srgbClr val="FFFFFF"/>
                </a:solidFill>
              </a:rPr>
              <a:t>local precedence ordering</a:t>
            </a:r>
            <a:r>
              <a:rPr lang="en-US" dirty="0">
                <a:solidFill>
                  <a:srgbClr val="FFFFFF"/>
                </a:solidFill>
              </a:rPr>
              <a:t>. </a:t>
            </a:r>
          </a:p>
          <a:p>
            <a:r>
              <a:rPr lang="en-US" dirty="0">
                <a:solidFill>
                  <a:srgbClr val="FFFFFF"/>
                </a:solidFill>
              </a:rPr>
              <a:t>It ensures that a class always appears before its parents </a:t>
            </a:r>
          </a:p>
          <a:p>
            <a:r>
              <a:rPr lang="en-US" b="1" dirty="0">
                <a:solidFill>
                  <a:srgbClr val="FFFFFF"/>
                </a:solidFill>
              </a:rPr>
              <a:t>Monotonicity: </a:t>
            </a:r>
          </a:p>
          <a:p>
            <a:r>
              <a:rPr lang="en-US" dirty="0">
                <a:solidFill>
                  <a:srgbClr val="FFFFFF"/>
                </a:solidFill>
              </a:rPr>
              <a:t>If B Precedes A in the Linearization of C, then B </a:t>
            </a:r>
            <a:r>
              <a:rPr lang="en-US" b="1" u="sng" dirty="0">
                <a:solidFill>
                  <a:srgbClr val="FFFFFF"/>
                </a:solidFill>
              </a:rPr>
              <a:t>HAS TO </a:t>
            </a:r>
            <a:r>
              <a:rPr lang="en-CA" dirty="0">
                <a:solidFill>
                  <a:srgbClr val="FFFFFF"/>
                </a:solidFill>
              </a:rPr>
              <a:t>precede A in the Linearization of any child class of C.</a:t>
            </a:r>
          </a:p>
          <a:p>
            <a:r>
              <a:rPr lang="en-CA" dirty="0">
                <a:solidFill>
                  <a:srgbClr val="FFFFFF"/>
                </a:solidFill>
              </a:rPr>
              <a:t>Linearization(C) = [C, </a:t>
            </a:r>
            <a:r>
              <a:rPr lang="en-CA" b="1" dirty="0">
                <a:solidFill>
                  <a:srgbClr val="FFFFFF"/>
                </a:solidFill>
              </a:rPr>
              <a:t>B, A</a:t>
            </a:r>
            <a:r>
              <a:rPr lang="en-CA" dirty="0">
                <a:solidFill>
                  <a:srgbClr val="FFFFFF"/>
                </a:solidFill>
              </a:rPr>
              <a:t>, object]</a:t>
            </a:r>
            <a:br>
              <a:rPr lang="en-CA" dirty="0">
                <a:solidFill>
                  <a:srgbClr val="FFFFFF"/>
                </a:solidFill>
              </a:rPr>
            </a:br>
            <a:r>
              <a:rPr lang="en-CA" dirty="0">
                <a:solidFill>
                  <a:srgbClr val="FFFFFF"/>
                </a:solidFill>
              </a:rPr>
              <a:t>Linearization(D) = [D, C, </a:t>
            </a:r>
            <a:r>
              <a:rPr lang="en-CA" b="1" dirty="0">
                <a:solidFill>
                  <a:srgbClr val="FFFFFF"/>
                </a:solidFill>
              </a:rPr>
              <a:t>B, A</a:t>
            </a:r>
            <a:r>
              <a:rPr lang="en-CA" dirty="0">
                <a:solidFill>
                  <a:srgbClr val="FFFFFF"/>
                </a:solidFill>
              </a:rPr>
              <a:t>, object]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04F803-3F51-4DCF-9467-3A9E6A326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805C56-F200-4459-9C66-AF26D2D63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951" y="630202"/>
            <a:ext cx="1372315" cy="557580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C560E-D834-BE49-9D54-265AA963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4FDE1E-1375-1200-1A95-5FDA8E24FAE0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26660544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FCEC-CA69-4FF8-A145-31E35BF6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MRO: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5A22-5206-4B2A-B618-3A896640F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6907"/>
            <a:ext cx="10058400" cy="2334675"/>
          </a:xfrm>
        </p:spPr>
        <p:txBody>
          <a:bodyPr>
            <a:normAutofit/>
          </a:bodyPr>
          <a:lstStyle/>
          <a:p>
            <a:r>
              <a:rPr lang="en-US" sz="2400" b="1" dirty="0"/>
              <a:t>Local Precedence ordering: </a:t>
            </a:r>
          </a:p>
          <a:p>
            <a:r>
              <a:rPr lang="en-CA" sz="2400" dirty="0"/>
              <a:t>The order in a class that we’re inheriting from multiple parents</a:t>
            </a:r>
          </a:p>
          <a:p>
            <a:r>
              <a:rPr lang="en-CA" sz="2400" dirty="0"/>
              <a:t>This means that a class C(B1, …, Bn) will have in its MRO, the base classes (B1, …, Bn) in the order that we specified</a:t>
            </a:r>
          </a:p>
          <a:p>
            <a:pPr marL="0" indent="0">
              <a:buNone/>
            </a:pPr>
            <a:endParaRPr lang="en-CA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FFF95-EC51-4E40-AFFD-25676B11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C88CED0-A58D-45E5-8991-114A96323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4282299"/>
            <a:ext cx="5113397" cy="1871921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0789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remember2buy = “Milk” </a:t>
            </a:r>
            <a:endParaRPr lang="en-US" altLang="en-US" i="1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E(F):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remember2buy = “Eggs</a:t>
            </a: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”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en-US" i="1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G(F,E):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pass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CEBFF91-F0F7-4955-A56B-7B4ABE8BF5EE}"/>
              </a:ext>
            </a:extLst>
          </p:cNvPr>
          <p:cNvSpPr txBox="1">
            <a:spLocks/>
          </p:cNvSpPr>
          <p:nvPr/>
        </p:nvSpPr>
        <p:spPr>
          <a:xfrm>
            <a:off x="6365136" y="4282299"/>
            <a:ext cx="5398774" cy="187192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400" dirty="0">
                <a:solidFill>
                  <a:srgbClr val="00B050"/>
                </a:solidFill>
              </a:rPr>
              <a:t>Local precedence</a:t>
            </a:r>
            <a:r>
              <a:rPr lang="en-CA" sz="2400" dirty="0"/>
              <a:t> of:</a:t>
            </a:r>
          </a:p>
          <a:p>
            <a:pPr lvl="1"/>
            <a:r>
              <a:rPr lang="en-CA" sz="2200" dirty="0"/>
              <a:t>class F is the implicit (</a:t>
            </a:r>
            <a:r>
              <a:rPr lang="en-CA" sz="2200" dirty="0">
                <a:solidFill>
                  <a:srgbClr val="00B050"/>
                </a:solidFill>
              </a:rPr>
              <a:t>object</a:t>
            </a:r>
            <a:r>
              <a:rPr lang="en-CA" sz="2200" dirty="0"/>
              <a:t>)</a:t>
            </a:r>
          </a:p>
          <a:p>
            <a:pPr lvl="1"/>
            <a:r>
              <a:rPr lang="en-CA" sz="2200" dirty="0"/>
              <a:t>class E is (</a:t>
            </a:r>
            <a:r>
              <a:rPr lang="en-CA" sz="2200" dirty="0">
                <a:solidFill>
                  <a:srgbClr val="00B050"/>
                </a:solidFill>
              </a:rPr>
              <a:t>F</a:t>
            </a:r>
            <a:r>
              <a:rPr lang="en-CA" sz="2200" dirty="0"/>
              <a:t>)</a:t>
            </a:r>
          </a:p>
          <a:p>
            <a:pPr lvl="1"/>
            <a:r>
              <a:rPr lang="en-CA" sz="2200" dirty="0"/>
              <a:t>class G is (</a:t>
            </a:r>
            <a:r>
              <a:rPr lang="en-CA" sz="2200" dirty="0">
                <a:solidFill>
                  <a:srgbClr val="00B050"/>
                </a:solidFill>
              </a:rPr>
              <a:t>F, E</a:t>
            </a:r>
            <a:r>
              <a:rPr lang="en-CA" sz="2200" dirty="0"/>
              <a:t>) #we’ll see why this local precedence order is bad soon</a:t>
            </a:r>
          </a:p>
          <a:p>
            <a:pPr marL="201168" lvl="1" indent="0">
              <a:buNone/>
            </a:pPr>
            <a:endParaRPr lang="en-CA" sz="2200" dirty="0"/>
          </a:p>
          <a:p>
            <a:pPr marL="0" indent="0">
              <a:buFont typeface="Calibri" panose="020F0502020204030204" pitchFamily="34" charset="0"/>
              <a:buNone/>
            </a:pP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B9AA2-5655-470F-7BDC-20C90FD99A7B}"/>
              </a:ext>
            </a:extLst>
          </p:cNvPr>
          <p:cNvSpPr txBox="1"/>
          <p:nvPr/>
        </p:nvSpPr>
        <p:spPr>
          <a:xfrm>
            <a:off x="7064642" y="291798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39917375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FCEC-CA69-4FF8-A145-31E35BF6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MRO: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5A22-5206-4B2A-B618-3A896640F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6907"/>
            <a:ext cx="6208867" cy="1687255"/>
          </a:xfrm>
        </p:spPr>
        <p:txBody>
          <a:bodyPr>
            <a:normAutofit/>
          </a:bodyPr>
          <a:lstStyle/>
          <a:p>
            <a:r>
              <a:rPr lang="en-US" sz="2400" b="1" dirty="0"/>
              <a:t>Local Precedence ordering: </a:t>
            </a:r>
          </a:p>
          <a:p>
            <a:r>
              <a:rPr lang="en-CA" sz="2400" dirty="0"/>
              <a:t>Let’s see how this looks visually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F37352-1D6B-4348-8AFD-CEA730A53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3011959"/>
            <a:ext cx="5113397" cy="2579807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0789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remember2buy = “Milk”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i="1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E(F):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remember2buy = “Eggs</a:t>
            </a: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”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i="1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G(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F,E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852804-A5C5-456F-9EB0-EDA0391E4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81" y="1968903"/>
            <a:ext cx="4391734" cy="395371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FFF95-EC51-4E40-AFFD-25676B11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455E11-618E-81D5-ABA8-E35E37568F74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116452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FCEC-CA69-4FF8-A145-31E35BF6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6982"/>
            <a:ext cx="10058400" cy="1450757"/>
          </a:xfrm>
        </p:spPr>
        <p:txBody>
          <a:bodyPr/>
          <a:lstStyle/>
          <a:p>
            <a:r>
              <a:rPr lang="en-CA" dirty="0"/>
              <a:t>MRO: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5A22-5206-4B2A-B618-3A896640F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99" y="1464554"/>
            <a:ext cx="7115558" cy="2972519"/>
          </a:xfrm>
        </p:spPr>
        <p:txBody>
          <a:bodyPr>
            <a:normAutofit fontScale="85000" lnSpcReduction="20000"/>
          </a:bodyPr>
          <a:lstStyle/>
          <a:p>
            <a:r>
              <a:rPr lang="en-CA" sz="2400" b="1" dirty="0"/>
              <a:t>As per the class G(F,E) declaration we evaluate in the following order:</a:t>
            </a:r>
          </a:p>
          <a:p>
            <a:r>
              <a:rPr lang="en-CA" sz="2400" dirty="0"/>
              <a:t>G – Evaluate [G, </a:t>
            </a:r>
            <a:r>
              <a:rPr lang="en-CA" sz="2400" dirty="0">
                <a:solidFill>
                  <a:schemeClr val="tx1"/>
                </a:solidFill>
              </a:rPr>
              <a:t>F, E]</a:t>
            </a:r>
          </a:p>
          <a:p>
            <a:r>
              <a:rPr lang="en-CA" sz="2400" dirty="0">
                <a:solidFill>
                  <a:schemeClr val="tx1"/>
                </a:solidFill>
              </a:rPr>
              <a:t>F</a:t>
            </a:r>
            <a:r>
              <a:rPr lang="en-CA" sz="2400" dirty="0"/>
              <a:t> – Evaluate [</a:t>
            </a:r>
            <a:r>
              <a:rPr lang="en-CA" sz="2400" dirty="0">
                <a:solidFill>
                  <a:srgbClr val="00B050"/>
                </a:solidFill>
              </a:rPr>
              <a:t>F</a:t>
            </a:r>
            <a:r>
              <a:rPr lang="en-CA" sz="2400" dirty="0"/>
              <a:t>, </a:t>
            </a:r>
            <a:r>
              <a:rPr lang="en-CA" sz="2400" dirty="0">
                <a:solidFill>
                  <a:srgbClr val="00B050"/>
                </a:solidFill>
              </a:rPr>
              <a:t>Object]</a:t>
            </a:r>
          </a:p>
          <a:p>
            <a:r>
              <a:rPr lang="en-CA" sz="2400" dirty="0">
                <a:solidFill>
                  <a:schemeClr val="tx1"/>
                </a:solidFill>
              </a:rPr>
              <a:t>E</a:t>
            </a:r>
            <a:r>
              <a:rPr lang="en-CA" sz="2400" dirty="0"/>
              <a:t> – Evaluate [</a:t>
            </a:r>
            <a:r>
              <a:rPr lang="en-CA" sz="2400" dirty="0">
                <a:solidFill>
                  <a:srgbClr val="FF0000"/>
                </a:solidFill>
              </a:rPr>
              <a:t>E, F]</a:t>
            </a:r>
            <a:r>
              <a:rPr lang="en-CA" sz="2400" dirty="0"/>
              <a:t>, This causes F to be evaluated again! Not a valid inheritance hierarchy! Python3 will throw a:</a:t>
            </a:r>
          </a:p>
          <a:p>
            <a:r>
              <a:rPr lang="en-CA" sz="2400" dirty="0"/>
              <a:t>Linear(G) = [G, </a:t>
            </a:r>
            <a:r>
              <a:rPr lang="en-CA" sz="2400" dirty="0">
                <a:solidFill>
                  <a:srgbClr val="00B050"/>
                </a:solidFill>
              </a:rPr>
              <a:t>F, Object,</a:t>
            </a:r>
            <a:r>
              <a:rPr lang="en-CA" sz="2400" dirty="0"/>
              <a:t> </a:t>
            </a:r>
            <a:r>
              <a:rPr lang="en-CA" sz="2400" dirty="0">
                <a:solidFill>
                  <a:srgbClr val="FF0000"/>
                </a:solidFill>
              </a:rPr>
              <a:t>E, F]</a:t>
            </a:r>
          </a:p>
          <a:p>
            <a:r>
              <a:rPr lang="en-US" altLang="en-US" sz="2400" b="1" dirty="0" err="1">
                <a:solidFill>
                  <a:srgbClr val="B22B31"/>
                </a:solidFill>
                <a:latin typeface="Courier"/>
                <a:ea typeface="Courier New" panose="02070309020205020404" pitchFamily="49" charset="0"/>
              </a:rPr>
              <a:t>TypeError</a:t>
            </a:r>
            <a:r>
              <a:rPr lang="en-US" altLang="en-US" sz="2400" b="1" dirty="0">
                <a:solidFill>
                  <a:srgbClr val="000000"/>
                </a:solidFill>
                <a:latin typeface="Courier"/>
                <a:ea typeface="Courier New" panose="02070309020205020404" pitchFamily="49" charset="0"/>
              </a:rPr>
              <a:t>: Cannot create a consistent method resolution order (MRO) for bases X, Y</a:t>
            </a:r>
            <a:r>
              <a:rPr lang="en-US" altLang="en-US" sz="800" b="1" dirty="0">
                <a:solidFill>
                  <a:schemeClr val="tx1"/>
                </a:solidFill>
                <a:latin typeface="Courier"/>
              </a:rPr>
              <a:t> </a:t>
            </a:r>
            <a:endParaRPr lang="en-US" altLang="en-US" sz="4800" b="1" dirty="0">
              <a:solidFill>
                <a:schemeClr val="tx1"/>
              </a:solidFill>
              <a:latin typeface="Courier"/>
            </a:endParaRPr>
          </a:p>
          <a:p>
            <a:endParaRPr lang="en-CA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F37352-1D6B-4348-8AFD-CEA730A53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4437073"/>
            <a:ext cx="5113397" cy="1871921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0789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remember2buy = “Milk” </a:t>
            </a:r>
            <a:endParaRPr lang="en-US" altLang="en-US" i="1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E(F):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remember2buy = “Eggs</a:t>
            </a: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”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en-US" i="1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G(F,E):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pass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852804-A5C5-456F-9EB0-EDA0391E4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81" y="1968903"/>
            <a:ext cx="4391734" cy="395371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FFF95-EC51-4E40-AFFD-25676B11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BA7CA-718D-565D-E4EB-9733BDE9493A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5703358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FCEC-CA69-4FF8-A145-31E35BF6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MRO: Rules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F37352-1D6B-4348-8AFD-CEA730A53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3751289"/>
            <a:ext cx="5113397" cy="2425918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0789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remember2buy = “Milk”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i="1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E(F):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remember2buy = “Eggs</a:t>
            </a: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”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i="1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G(F,E):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852804-A5C5-456F-9EB0-EDA0391E4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81" y="1968903"/>
            <a:ext cx="4391734" cy="395371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ED26F-BE00-4CAB-9A36-24E34F086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113397" cy="1360045"/>
          </a:xfrm>
        </p:spPr>
        <p:txBody>
          <a:bodyPr/>
          <a:lstStyle/>
          <a:p>
            <a:r>
              <a:rPr lang="en-CA" sz="3200" b="1" dirty="0"/>
              <a:t>Linearization: </a:t>
            </a:r>
          </a:p>
          <a:p>
            <a:r>
              <a:rPr lang="en-CA" dirty="0"/>
              <a:t>G = [G, F, Object, E, F] </a:t>
            </a:r>
            <a:r>
              <a:rPr lang="en-CA" dirty="0">
                <a:sym typeface="Wingdings" panose="05000000000000000000" pitchFamily="2" charset="2"/>
              </a:rPr>
              <a:t> </a:t>
            </a:r>
            <a:r>
              <a:rPr lang="en-CA" dirty="0">
                <a:solidFill>
                  <a:srgbClr val="FF0000"/>
                </a:solidFill>
                <a:sym typeface="Wingdings" panose="05000000000000000000" pitchFamily="2" charset="2"/>
              </a:rPr>
              <a:t>Fails monotonicity. F is a parent of E, it can not appear before E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1E3CD4-B5FB-1942-9955-A2F68A99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901814-8E52-FF89-9A77-46F03A419377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12156747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FCEC-CA69-4FF8-A145-31E35BF6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MRO: Rules -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5A22-5206-4B2A-B618-3A896640F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6907"/>
            <a:ext cx="6208867" cy="2021150"/>
          </a:xfrm>
        </p:spPr>
        <p:txBody>
          <a:bodyPr>
            <a:normAutofit fontScale="85000" lnSpcReduction="20000"/>
          </a:bodyPr>
          <a:lstStyle/>
          <a:p>
            <a:r>
              <a:rPr lang="en-CA" sz="2400" b="1" dirty="0"/>
              <a:t>We change the order in which class G inherits E and F. According to the new class G(E, F) declaration, we evaluate in the following order:</a:t>
            </a:r>
          </a:p>
          <a:p>
            <a:r>
              <a:rPr lang="en-CA" sz="2400" dirty="0"/>
              <a:t>G – Evaluate [G, E, F]</a:t>
            </a:r>
          </a:p>
          <a:p>
            <a:r>
              <a:rPr lang="en-CA" sz="2400" dirty="0"/>
              <a:t>E – Evaluate [E, F]</a:t>
            </a:r>
          </a:p>
          <a:p>
            <a:r>
              <a:rPr lang="en-CA" sz="2400" dirty="0"/>
              <a:t>F – Evaluate [F, Object]</a:t>
            </a:r>
            <a:endParaRPr lang="en-US" altLang="en-US" sz="4800" b="1" dirty="0">
              <a:solidFill>
                <a:schemeClr val="tx1"/>
              </a:solidFill>
              <a:latin typeface="Courier"/>
            </a:endParaRPr>
          </a:p>
          <a:p>
            <a:endParaRPr lang="en-CA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FFF95-EC51-4E40-AFFD-25676B11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4C6570-7C6C-4D0E-8E62-410A3B26F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432" y="1888857"/>
            <a:ext cx="3719087" cy="4088612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5F37352-1D6B-4348-8AFD-CEA730A53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3792385"/>
            <a:ext cx="5113397" cy="2425918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0789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remember2buy = “Milk”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i="1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E(F):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remember2buy = “Eggs</a:t>
            </a: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”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i="1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G(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E,F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8C4C98-F3C0-0644-0AC5-B395A9C8FB85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35836954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FCEC-CA69-4FF8-A145-31E35BF6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MRO: Rules - Solution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F37352-1D6B-4348-8AFD-CEA730A53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3086766"/>
            <a:ext cx="5113397" cy="2425918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0789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remember2buy = “Milk”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i="1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E(F):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remember2buy = “Eggs</a:t>
            </a: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”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i="1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class G(E, F):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ED26F-BE00-4CAB-9A36-24E34F086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308432"/>
          </a:xfrm>
        </p:spPr>
        <p:txBody>
          <a:bodyPr/>
          <a:lstStyle/>
          <a:p>
            <a:r>
              <a:rPr lang="en-CA" sz="3200" b="1" dirty="0"/>
              <a:t>Solution:</a:t>
            </a:r>
          </a:p>
          <a:p>
            <a:r>
              <a:rPr lang="en-CA" sz="3200" b="1" dirty="0"/>
              <a:t>Linearization(G) = [G, E, F, object]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D7111D-7B4D-4761-88E2-5D05D7ACA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803" y="1888857"/>
            <a:ext cx="3719087" cy="408861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000CF-B261-144B-B0A9-C51200EE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196DB-5151-4D8E-E325-D227930728FC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30948874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FCEC-CA69-4FF8-A145-31E35BF6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MRO: What would the MRO be?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ED26F-BE00-4CAB-9A36-24E34F086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543029" cy="4023360"/>
          </a:xfrm>
        </p:spPr>
        <p:txBody>
          <a:bodyPr anchor="ctr"/>
          <a:lstStyle/>
          <a:p>
            <a:pPr algn="ctr"/>
            <a:r>
              <a:rPr lang="en-CA" dirty="0"/>
              <a:t>What would the MRO of </a:t>
            </a:r>
            <a:r>
              <a:rPr lang="en-CA" b="1" dirty="0" err="1"/>
              <a:t>MagicMetalDoor</a:t>
            </a:r>
            <a:r>
              <a:rPr lang="en-CA" b="1" dirty="0"/>
              <a:t>(</a:t>
            </a:r>
            <a:r>
              <a:rPr lang="en-CA" b="1" dirty="0" err="1"/>
              <a:t>MagicDoor</a:t>
            </a:r>
            <a:r>
              <a:rPr lang="en-CA" b="1" dirty="0"/>
              <a:t>, </a:t>
            </a:r>
            <a:r>
              <a:rPr lang="en-CA" b="1" dirty="0" err="1"/>
              <a:t>MetalDoor</a:t>
            </a:r>
            <a:r>
              <a:rPr lang="en-CA" b="1" dirty="0"/>
              <a:t>)</a:t>
            </a:r>
            <a:r>
              <a:rPr lang="en-CA" dirty="0"/>
              <a:t> Be?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6183BC-5D5E-4E7F-A823-0C0376B31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067" y="2050169"/>
            <a:ext cx="5065169" cy="410618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74D671-D7C7-1F49-A1E0-B1D50B11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3E462-667C-DA7C-B539-5D974C3CCF46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33896450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FCEC-CA69-4FF8-A145-31E35BF6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MRO: What would the MRO be?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ED26F-BE00-4CAB-9A36-24E34F086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839286" cy="4023360"/>
          </a:xfrm>
        </p:spPr>
        <p:txBody>
          <a:bodyPr anchor="t">
            <a:normAutofit/>
          </a:bodyPr>
          <a:lstStyle/>
          <a:p>
            <a:r>
              <a:rPr lang="en-CA" dirty="0"/>
              <a:t>What would the MRO of </a:t>
            </a:r>
            <a:r>
              <a:rPr lang="en-CA" b="1" dirty="0" err="1"/>
              <a:t>MagicMetalDoor</a:t>
            </a:r>
            <a:r>
              <a:rPr lang="en-CA" b="1" dirty="0"/>
              <a:t>(</a:t>
            </a:r>
            <a:r>
              <a:rPr lang="en-CA" b="1" dirty="0" err="1"/>
              <a:t>MagicDoor</a:t>
            </a:r>
            <a:r>
              <a:rPr lang="en-CA" b="1" dirty="0"/>
              <a:t>, </a:t>
            </a:r>
            <a:r>
              <a:rPr lang="en-CA" b="1" dirty="0" err="1"/>
              <a:t>MetalDoor</a:t>
            </a:r>
            <a:r>
              <a:rPr lang="en-CA" b="1" dirty="0"/>
              <a:t>)</a:t>
            </a:r>
            <a:r>
              <a:rPr lang="en-CA" dirty="0"/>
              <a:t> Be?</a:t>
            </a:r>
          </a:p>
          <a:p>
            <a:endParaRPr lang="en-CA" dirty="0"/>
          </a:p>
          <a:p>
            <a:r>
              <a:rPr lang="en-CA" sz="2800" dirty="0"/>
              <a:t>Linearization(</a:t>
            </a:r>
            <a:r>
              <a:rPr lang="en-CA" sz="2800" dirty="0" err="1"/>
              <a:t>MagicMetalDoor</a:t>
            </a:r>
            <a:r>
              <a:rPr lang="en-CA" sz="2800" dirty="0"/>
              <a:t>) = [</a:t>
            </a:r>
            <a:r>
              <a:rPr lang="en-CA" sz="2800" dirty="0" err="1"/>
              <a:t>MagicMetalDoor</a:t>
            </a:r>
            <a:r>
              <a:rPr lang="en-CA" sz="2800" dirty="0"/>
              <a:t>, </a:t>
            </a:r>
            <a:br>
              <a:rPr lang="en-CA" sz="2800" dirty="0"/>
            </a:br>
            <a:r>
              <a:rPr lang="en-CA" sz="2800" dirty="0"/>
              <a:t>	</a:t>
            </a:r>
            <a:r>
              <a:rPr lang="en-CA" sz="2800" dirty="0" err="1"/>
              <a:t>MagicDoor</a:t>
            </a:r>
            <a:r>
              <a:rPr lang="en-CA" sz="2800" dirty="0"/>
              <a:t>, </a:t>
            </a:r>
            <a:br>
              <a:rPr lang="en-CA" sz="2800" dirty="0"/>
            </a:br>
            <a:r>
              <a:rPr lang="en-CA" sz="2800" dirty="0"/>
              <a:t>	</a:t>
            </a:r>
            <a:r>
              <a:rPr lang="en-CA" sz="2800" dirty="0" err="1"/>
              <a:t>MetalDoor</a:t>
            </a:r>
            <a:r>
              <a:rPr lang="en-CA" sz="2800" dirty="0"/>
              <a:t>, </a:t>
            </a:r>
            <a:br>
              <a:rPr lang="en-CA" sz="2800" dirty="0"/>
            </a:br>
            <a:r>
              <a:rPr lang="en-CA" sz="2800" dirty="0"/>
              <a:t>	Door, </a:t>
            </a:r>
            <a:br>
              <a:rPr lang="en-CA" sz="2800" dirty="0"/>
            </a:br>
            <a:r>
              <a:rPr lang="en-CA" sz="2800" dirty="0"/>
              <a:t>	Object]</a:t>
            </a:r>
          </a:p>
          <a:p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6183BC-5D5E-4E7F-A823-0C0376B31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067" y="2050169"/>
            <a:ext cx="5065169" cy="410618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23542-0918-224A-9341-0C2B5C73F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A83C96-0945-F709-AC60-FD31FD757CE9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8624246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317" y="2123136"/>
            <a:ext cx="8040080" cy="2918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71C4D-4BDE-4DC7-B693-CE53506F1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23136"/>
            <a:ext cx="3664843" cy="402336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class O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class A extends O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class B extends O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class C extends O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class D extends O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class E extends 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class K1 extends A, B, C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class K2 extends D, B, 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class K3 extends D, A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class Z extends K1, K2, K3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endParaRPr lang="en-US" altLang="en-US" sz="4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https://en.wikipedia.org/wiki/C3_linearization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45FC7-187A-B5FE-59BE-0AB6D72F0A5E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23595687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71C4D-4BDE-4DC7-B693-CE53506F1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970" y="2116477"/>
            <a:ext cx="7851169" cy="131252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class Z extends K1, K2, K3</a:t>
            </a:r>
            <a:r>
              <a:rPr lang="en-US" altLang="en-US" dirty="0">
                <a:solidFill>
                  <a:schemeClr val="tx1"/>
                </a:solidFill>
              </a:rPr>
              <a:t> #original python class code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rgbClr val="0070C0"/>
                </a:solidFill>
                <a:latin typeface="Arial Unicode MS"/>
                <a:ea typeface="Courier New" panose="02070309020205020404" pitchFamily="49" charset="0"/>
              </a:rPr>
              <a:t>L(Z) 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[Z]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+ merge(</a:t>
            </a:r>
            <a:r>
              <a:rPr lang="en-US" altLang="en-US" b="1" dirty="0">
                <a:solidFill>
                  <a:srgbClr val="7030A0"/>
                </a:solidFill>
                <a:latin typeface="Arial Unicode MS"/>
                <a:ea typeface="Courier New" panose="02070309020205020404" pitchFamily="49" charset="0"/>
              </a:rPr>
              <a:t>L(K1), L(K2), L(K3)</a:t>
            </a:r>
            <a:r>
              <a:rPr lang="en-US" altLang="en-US" b="1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, </a:t>
            </a:r>
            <a:r>
              <a:rPr lang="en-US" altLang="en-US" b="1" dirty="0">
                <a:solidFill>
                  <a:srgbClr val="FFC000"/>
                </a:solidFill>
                <a:latin typeface="Arial Unicode MS"/>
                <a:ea typeface="Courier New" panose="02070309020205020404" pitchFamily="49" charset="0"/>
              </a:rPr>
              <a:t>[K1, K2, K3]</a:t>
            </a:r>
            <a:r>
              <a:rPr lang="en-US" altLang="en-US" b="1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)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BEE28A-34F3-4730-8202-6A827D458223}"/>
              </a:ext>
            </a:extLst>
          </p:cNvPr>
          <p:cNvSpPr txBox="1">
            <a:spLocks/>
          </p:cNvSpPr>
          <p:nvPr/>
        </p:nvSpPr>
        <p:spPr>
          <a:xfrm>
            <a:off x="266925" y="1993274"/>
            <a:ext cx="2511153" cy="26080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L(O) = [O]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L(A) = [A,O]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L(B) = [B,O]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L(C) = [C,O]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L(D) = [D,O]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L(E) = [E,O]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L(K1) = [K1, A, B, C, 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L(K2) = [K2, D, B, E, 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L(K3) = [K3, D, A, O]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D9BAA13-835F-4DB3-82FF-84C83587D8E6}"/>
              </a:ext>
            </a:extLst>
          </p:cNvPr>
          <p:cNvSpPr txBox="1">
            <a:spLocks/>
          </p:cNvSpPr>
          <p:nvPr/>
        </p:nvSpPr>
        <p:spPr>
          <a:xfrm>
            <a:off x="2946970" y="3656627"/>
            <a:ext cx="8719904" cy="120729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What this is saying in regular English is “To find the </a:t>
            </a:r>
            <a:r>
              <a:rPr lang="en-CA" altLang="en-US" dirty="0">
                <a:solidFill>
                  <a:srgbClr val="0070C0"/>
                </a:solidFill>
                <a:latin typeface="Arial" panose="020B0604020202020204" pitchFamily="34" charset="0"/>
              </a:rPr>
              <a:t>linearization of Z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we must start with the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list Z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and merge it with the </a:t>
            </a:r>
            <a:r>
              <a:rPr lang="en-CA" altLang="en-US" dirty="0">
                <a:solidFill>
                  <a:srgbClr val="7030A0"/>
                </a:solidFill>
                <a:latin typeface="Arial" panose="020B0604020202020204" pitchFamily="34" charset="0"/>
              </a:rPr>
              <a:t>linearization of K1, K2, K3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along with the immediate parents </a:t>
            </a:r>
            <a:r>
              <a:rPr lang="en-CA" altLang="en-US" dirty="0">
                <a:solidFill>
                  <a:srgbClr val="FFC000"/>
                </a:solidFill>
                <a:latin typeface="Arial" panose="020B0604020202020204" pitchFamily="34" charset="0"/>
              </a:rPr>
              <a:t>K1, K2, K3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7C040-89D1-2E85-0898-2E14F73541D0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2625434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71C4D-4BDE-4DC7-B693-CE53506F1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970" y="2116476"/>
            <a:ext cx="7851169" cy="1225347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rgbClr val="0070C0"/>
                </a:solidFill>
                <a:latin typeface="Arial Unicode MS"/>
                <a:ea typeface="Courier New" panose="02070309020205020404" pitchFamily="49" charset="0"/>
              </a:rPr>
              <a:t>L(Z) 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[Z]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+ merge(</a:t>
            </a:r>
            <a:r>
              <a:rPr lang="en-US" altLang="en-US" b="1" dirty="0">
                <a:solidFill>
                  <a:srgbClr val="7030A0"/>
                </a:solidFill>
                <a:latin typeface="Arial Unicode MS"/>
                <a:ea typeface="Courier New" panose="02070309020205020404" pitchFamily="49" charset="0"/>
              </a:rPr>
              <a:t>L(K1), L(K2), L(K3)</a:t>
            </a:r>
            <a:r>
              <a:rPr lang="en-US" altLang="en-US" b="1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, </a:t>
            </a:r>
            <a:r>
              <a:rPr lang="en-US" altLang="en-US" b="1" dirty="0">
                <a:solidFill>
                  <a:srgbClr val="FFC000"/>
                </a:solidFill>
                <a:latin typeface="Arial Unicode MS"/>
                <a:ea typeface="Courier New" panose="02070309020205020404" pitchFamily="49" charset="0"/>
              </a:rPr>
              <a:t>[K1, K2, K3]</a:t>
            </a:r>
            <a:r>
              <a:rPr lang="en-US" altLang="en-US" b="1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)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B47B25-C497-43B7-8D85-279CCCBF1034}"/>
              </a:ext>
            </a:extLst>
          </p:cNvPr>
          <p:cNvSpPr txBox="1">
            <a:spLocks/>
          </p:cNvSpPr>
          <p:nvPr/>
        </p:nvSpPr>
        <p:spPr>
          <a:xfrm>
            <a:off x="2946970" y="3341823"/>
            <a:ext cx="8719904" cy="2226770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rgbClr val="0070C0"/>
                </a:solidFill>
                <a:latin typeface="Arial" panose="020B0604020202020204" pitchFamily="34" charset="0"/>
              </a:rPr>
              <a:t>L(Z) 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– this is our notation for indicating the </a:t>
            </a:r>
            <a:r>
              <a:rPr lang="en-CA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L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inearization of </a:t>
            </a:r>
            <a:r>
              <a:rPr lang="en-CA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(Z)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[Z] 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– this is the list we’ll be adding to as we merge classes. Notice how we start with the class Z itself in the list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7030A0"/>
                </a:solidFill>
                <a:latin typeface="Arial Unicode MS"/>
                <a:ea typeface="Courier New" panose="02070309020205020404" pitchFamily="49" charset="0"/>
              </a:rPr>
              <a:t>L(K1), L(K2), L(K3) 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– these are the </a:t>
            </a:r>
            <a:r>
              <a:rPr lang="en-US" altLang="en-US" dirty="0" err="1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linearizations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 of K1, K2, K3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FFC000"/>
                </a:solidFill>
                <a:latin typeface="Arial Unicode MS"/>
                <a:ea typeface="Courier New" panose="02070309020205020404" pitchFamily="49" charset="0"/>
              </a:rPr>
              <a:t>[K1, K2, K3] 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– these are the immediate parents of Z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endParaRPr lang="en-US" altLang="en-US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Notice how we must include the </a:t>
            </a:r>
            <a:r>
              <a:rPr lang="en-US" altLang="en-US" dirty="0">
                <a:solidFill>
                  <a:srgbClr val="7030A0"/>
                </a:solidFill>
                <a:latin typeface="Arial" panose="020B0604020202020204" pitchFamily="34" charset="0"/>
              </a:rPr>
              <a:t>linearization of any parents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along with the </a:t>
            </a:r>
            <a:r>
              <a:rPr lang="en-US" altLang="en-US" dirty="0">
                <a:solidFill>
                  <a:srgbClr val="FFC000"/>
                </a:solidFill>
                <a:latin typeface="Arial" panose="020B0604020202020204" pitchFamily="34" charset="0"/>
              </a:rPr>
              <a:t>parents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themselves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D96358-F494-4EE7-8B4A-8F6199F0A9AF}"/>
              </a:ext>
            </a:extLst>
          </p:cNvPr>
          <p:cNvSpPr txBox="1">
            <a:spLocks/>
          </p:cNvSpPr>
          <p:nvPr/>
        </p:nvSpPr>
        <p:spPr>
          <a:xfrm>
            <a:off x="266925" y="1993274"/>
            <a:ext cx="2511153" cy="26080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L(O) = [O]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L(A) = [A,O]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L(B) = [B,O]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L(C) = [C,O]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L(D) = [D,O]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L(E) = [E,O]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L(K1) = [K1, A, B, C, 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L(K2) = [K2, D, B, E, 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L(K3) = [K3, D, A, O]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450DE-816A-38FE-B416-03D183AC3AAA}"/>
              </a:ext>
            </a:extLst>
          </p:cNvPr>
          <p:cNvSpPr txBox="1"/>
          <p:nvPr/>
        </p:nvSpPr>
        <p:spPr>
          <a:xfrm>
            <a:off x="7064642" y="291798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36390200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71C4D-4BDE-4DC7-B693-CE53506F1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970" y="2116476"/>
            <a:ext cx="7851169" cy="1225347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L(Z) = [Z] + merge(</a:t>
            </a:r>
            <a:r>
              <a:rPr lang="en-US" altLang="en-US" b="1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L(K1)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</a:t>
            </a:r>
            <a:r>
              <a:rPr lang="en-US" altLang="en-US" b="1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L(K2)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</a:t>
            </a:r>
            <a:r>
              <a:rPr lang="en-US" altLang="en-US" b="1" dirty="0">
                <a:solidFill>
                  <a:srgbClr val="0070C0"/>
                </a:solidFill>
                <a:latin typeface="Arial Unicode MS"/>
                <a:ea typeface="Courier New" panose="02070309020205020404" pitchFamily="49" charset="0"/>
              </a:rPr>
              <a:t>L(K3)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[K1, K2, K3])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B47B25-C497-43B7-8D85-279CCCBF1034}"/>
              </a:ext>
            </a:extLst>
          </p:cNvPr>
          <p:cNvSpPr txBox="1">
            <a:spLocks/>
          </p:cNvSpPr>
          <p:nvPr/>
        </p:nvSpPr>
        <p:spPr>
          <a:xfrm>
            <a:off x="2946970" y="4101105"/>
            <a:ext cx="8719904" cy="112743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Step 1: Expand the linearization of the parents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Notice the reference of the previous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linearizations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on the left?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L(K1), L(K2), L(K3) are already done for us, so let’s put them in our equation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D96358-F494-4EE7-8B4A-8F6199F0A9AF}"/>
              </a:ext>
            </a:extLst>
          </p:cNvPr>
          <p:cNvSpPr txBox="1">
            <a:spLocks/>
          </p:cNvSpPr>
          <p:nvPr/>
        </p:nvSpPr>
        <p:spPr>
          <a:xfrm>
            <a:off x="266925" y="1993274"/>
            <a:ext cx="2511153" cy="26080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L(O) = [O]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L(A) = [A,O]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L(B) = [B,O]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L(C) = [C,O]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L(D) = [D,O]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L(E) = [E,O]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L(K1) = [K1, A, B, C, 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L(K2) = [K2, D, B, E, 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70C0"/>
                </a:solidFill>
                <a:latin typeface="Arial Unicode MS"/>
                <a:ea typeface="Courier New" panose="02070309020205020404" pitchFamily="49" charset="0"/>
              </a:rPr>
              <a:t>L(K3) = [K3, D, A, O]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50D897-2B7E-4670-B4A2-FD0B9AF38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E96BE7-92E5-4067-9588-C7B314B5F263}"/>
              </a:ext>
            </a:extLst>
          </p:cNvPr>
          <p:cNvCxnSpPr>
            <a:cxnSpLocks/>
          </p:cNvCxnSpPr>
          <p:nvPr/>
        </p:nvCxnSpPr>
        <p:spPr>
          <a:xfrm flipV="1">
            <a:off x="667820" y="2794571"/>
            <a:ext cx="4798032" cy="914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70E359A-C48C-4C25-86D4-0B9DE2D559A2}"/>
              </a:ext>
            </a:extLst>
          </p:cNvPr>
          <p:cNvCxnSpPr>
            <a:cxnSpLocks/>
          </p:cNvCxnSpPr>
          <p:nvPr/>
        </p:nvCxnSpPr>
        <p:spPr>
          <a:xfrm flipV="1">
            <a:off x="667820" y="2756895"/>
            <a:ext cx="5712432" cy="120799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BD2276-B8B0-4837-8A75-344CB560E947}"/>
              </a:ext>
            </a:extLst>
          </p:cNvPr>
          <p:cNvCxnSpPr>
            <a:cxnSpLocks/>
          </p:cNvCxnSpPr>
          <p:nvPr/>
        </p:nvCxnSpPr>
        <p:spPr>
          <a:xfrm flipV="1">
            <a:off x="667819" y="2756895"/>
            <a:ext cx="6431624" cy="153619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EE23553-53F4-7030-920F-E72DCEE38F27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3558624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71C4D-4BDE-4DC7-B693-CE53506F1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85" y="2203653"/>
            <a:ext cx="9245030" cy="1225347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L[Z] = [Z] + merge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[K1, A, B, C, O]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[K2, D, B, E, O], [K3, D, A, O], [K1, K2, K3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])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50D897-2B7E-4670-B4A2-FD0B9AF38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FDC4569-433D-424E-99CC-B7000CAF3AE6}"/>
              </a:ext>
            </a:extLst>
          </p:cNvPr>
          <p:cNvSpPr txBox="1">
            <a:spLocks/>
          </p:cNvSpPr>
          <p:nvPr/>
        </p:nvSpPr>
        <p:spPr>
          <a:xfrm>
            <a:off x="1473485" y="3127788"/>
            <a:ext cx="8719904" cy="103272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Step 2: Begin merging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Before merging we need to follow an algorithm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There’s a concept of a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head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 and </a:t>
            </a:r>
            <a:r>
              <a:rPr lang="en-CA" altLang="en-US" dirty="0">
                <a:solidFill>
                  <a:srgbClr val="FF0000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tail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 in each class list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  <a:ea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 Unicode MS"/>
              <a:ea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73485" y="5234197"/>
            <a:ext cx="417133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Head</a:t>
            </a:r>
            <a:r>
              <a:rPr lang="en-US" altLang="en-US" sz="2200" dirty="0">
                <a:latin typeface="Arial Unicode MS"/>
                <a:ea typeface="Courier New" panose="02070309020205020404" pitchFamily="49" charset="0"/>
              </a:rPr>
              <a:t>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Arial Unicode MS"/>
                <a:ea typeface="Courier New" panose="02070309020205020404" pitchFamily="49" charset="0"/>
              </a:rPr>
              <a:t>is the first element in the list: </a:t>
            </a:r>
            <a:r>
              <a:rPr lang="en-US" altLang="en-US" sz="2200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K1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9377" y="5241311"/>
            <a:ext cx="478894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Tail</a:t>
            </a:r>
            <a:r>
              <a:rPr lang="en-US" altLang="en-US" sz="2200" dirty="0">
                <a:latin typeface="Arial Unicode MS"/>
                <a:ea typeface="Courier New" panose="02070309020205020404" pitchFamily="49" charset="0"/>
              </a:rPr>
              <a:t>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Arial Unicode MS"/>
                <a:ea typeface="Courier New" panose="02070309020205020404" pitchFamily="49" charset="0"/>
              </a:rPr>
              <a:t>is everything after the head: </a:t>
            </a:r>
            <a:r>
              <a:rPr lang="en-US" altLang="en-US" sz="2200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A,B,C,O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3559152" y="4685430"/>
            <a:ext cx="1938705" cy="54876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0"/>
          </p:cNvCxnSpPr>
          <p:nvPr/>
        </p:nvCxnSpPr>
        <p:spPr>
          <a:xfrm flipH="1" flipV="1">
            <a:off x="6476104" y="4685430"/>
            <a:ext cx="2147743" cy="55588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65688" y="4239154"/>
            <a:ext cx="2183355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dirty="0">
                <a:latin typeface="Arial Unicode MS"/>
                <a:ea typeface="Courier New" panose="02070309020205020404" pitchFamily="49" charset="0"/>
              </a:rPr>
              <a:t>[</a:t>
            </a:r>
            <a:r>
              <a:rPr lang="en-US" altLang="en-US" sz="2300" u="sng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K1</a:t>
            </a:r>
            <a:r>
              <a:rPr lang="en-US" altLang="en-US" sz="2300" dirty="0">
                <a:latin typeface="Arial Unicode MS"/>
                <a:ea typeface="Courier New" panose="02070309020205020404" pitchFamily="49" charset="0"/>
              </a:rPr>
              <a:t>, </a:t>
            </a:r>
            <a:r>
              <a:rPr lang="en-US" altLang="en-US" sz="2300" u="sng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A, B, C, O</a:t>
            </a:r>
            <a:r>
              <a:rPr lang="en-US" altLang="en-US" sz="2300" dirty="0">
                <a:latin typeface="Arial Unicode MS"/>
                <a:ea typeface="Courier New" panose="02070309020205020404" pitchFamily="49" charset="0"/>
              </a:rPr>
              <a:t>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5CD3FC-DF48-ED61-2806-B022EACC94CE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28394248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71C4D-4BDE-4DC7-B693-CE53506F1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85" y="2203652"/>
            <a:ext cx="9245030" cy="1225347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L[Z] = [</a:t>
            </a:r>
            <a:r>
              <a:rPr lang="en-US" altLang="en-US" dirty="0">
                <a:solidFill>
                  <a:srgbClr val="0070C0"/>
                </a:solidFill>
                <a:latin typeface="Arial Unicode MS"/>
                <a:ea typeface="Courier New" panose="02070309020205020404" pitchFamily="49" charset="0"/>
              </a:rPr>
              <a:t>Z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 + merge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[</a:t>
            </a:r>
            <a:r>
              <a:rPr lang="en-US" altLang="en-US" b="1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K1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A, B, C, O]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[K2,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D, B, E, O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], [K3,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D, A, O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], [K1,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K2, K3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])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49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50D897-2B7E-4670-B4A2-FD0B9AF38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FDC4569-433D-424E-99CC-B7000CAF3AE6}"/>
              </a:ext>
            </a:extLst>
          </p:cNvPr>
          <p:cNvSpPr txBox="1">
            <a:spLocks/>
          </p:cNvSpPr>
          <p:nvPr/>
        </p:nvSpPr>
        <p:spPr>
          <a:xfrm>
            <a:off x="1452937" y="3206641"/>
            <a:ext cx="8719904" cy="275518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Step 2: Begin merging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The algorithm is as follows: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Pick the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head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 </a:t>
            </a:r>
            <a:r>
              <a:rPr lang="en-CA" altLang="en-US" i="1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(</a:t>
            </a:r>
            <a:r>
              <a:rPr lang="en-CA" altLang="en-US" b="1" i="1" dirty="0">
                <a:solidFill>
                  <a:srgbClr val="00B050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K1</a:t>
            </a:r>
            <a:r>
              <a:rPr lang="en-CA" altLang="en-US" i="1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) 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of the list, beginning with the first list </a:t>
            </a:r>
            <a:r>
              <a:rPr lang="en-CA" altLang="en-US" i="1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[K1, A, B, C, O])</a:t>
            </a: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  <a:ea typeface="Courier New" panose="02070309020205020404" pitchFamily="49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If this head </a:t>
            </a:r>
            <a:r>
              <a:rPr lang="en-CA" altLang="en-US" b="1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DOES NOT exist 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in the </a:t>
            </a:r>
            <a:r>
              <a:rPr lang="en-CA" altLang="en-US" b="1" dirty="0">
                <a:solidFill>
                  <a:srgbClr val="FF0000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tail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 of any other list, add it to the linearization [</a:t>
            </a:r>
            <a:r>
              <a:rPr lang="en-CA" altLang="en-US" b="1" dirty="0">
                <a:solidFill>
                  <a:srgbClr val="0070C0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Z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  <a:ea typeface="Courier New" panose="02070309020205020404" pitchFamily="49" charset="0"/>
              </a:rPr>
              <a:t>] and remove it from all the other lists</a:t>
            </a:r>
            <a:endParaRPr lang="en-US" altLang="en-US" i="1" dirty="0">
              <a:solidFill>
                <a:schemeClr val="tx1"/>
              </a:solidFill>
              <a:latin typeface="Arial Unicode MS"/>
              <a:ea typeface="Courier New" panose="02070309020205020404" pitchFamily="49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If this head 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DOES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exist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 in the </a:t>
            </a:r>
            <a:r>
              <a:rPr lang="en-US" altLang="en-US" b="1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tail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 of any other list, pick the head of the next list and repeat the previous check</a:t>
            </a: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  <a:ea typeface="Courier New" panose="02070309020205020404" pitchFamily="49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CA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If we go through all the lists and can’t find a head that doesn’t exist in a tail, MRO fails</a:t>
            </a: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  <a:ea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950154-EE12-6C29-184C-39E1F4B0B064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11112067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50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50D897-2B7E-4670-B4A2-FD0B9AF38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FDC4569-433D-424E-99CC-B7000CAF3AE6}"/>
              </a:ext>
            </a:extLst>
          </p:cNvPr>
          <p:cNvSpPr txBox="1">
            <a:spLocks/>
          </p:cNvSpPr>
          <p:nvPr/>
        </p:nvSpPr>
        <p:spPr>
          <a:xfrm>
            <a:off x="1452937" y="3212710"/>
            <a:ext cx="8719904" cy="121927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Step 2: Begin merging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Following the algorithm, we pick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K1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as the head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K1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does not exist in any of the other lists’ </a:t>
            </a:r>
            <a:r>
              <a:rPr lang="en-CA" altLang="en-US" dirty="0">
                <a:solidFill>
                  <a:srgbClr val="FF0000"/>
                </a:solidFill>
                <a:latin typeface="Arial" panose="020B0604020202020204" pitchFamily="34" charset="0"/>
              </a:rPr>
              <a:t>tails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so we add it to the list [</a:t>
            </a:r>
            <a:r>
              <a:rPr lang="en-CA" altLang="en-US" dirty="0">
                <a:solidFill>
                  <a:srgbClr val="0070C0"/>
                </a:solidFill>
                <a:latin typeface="Arial" panose="020B0604020202020204" pitchFamily="34" charset="0"/>
              </a:rPr>
              <a:t>Z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]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58C858-4B42-4950-B9C3-A52B8D704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85" y="2203652"/>
            <a:ext cx="9245030" cy="1225347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L[Z] = [</a:t>
            </a:r>
            <a:r>
              <a:rPr lang="en-US" altLang="en-US" dirty="0">
                <a:solidFill>
                  <a:srgbClr val="0070C0"/>
                </a:solidFill>
                <a:latin typeface="Arial Unicode MS"/>
                <a:ea typeface="Courier New" panose="02070309020205020404" pitchFamily="49" charset="0"/>
              </a:rPr>
              <a:t>Z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 + merge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[</a:t>
            </a:r>
            <a:r>
              <a:rPr lang="en-US" altLang="en-US" b="1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K1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A, B, C, O]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[K2,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D, B, E, O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], [K3,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D, A, O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], [K1,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K2, K3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])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373DE-3FC9-4747-EA52-4FFC7B3AC383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243219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51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50D897-2B7E-4670-B4A2-FD0B9AF38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FDC4569-433D-424E-99CC-B7000CAF3AE6}"/>
              </a:ext>
            </a:extLst>
          </p:cNvPr>
          <p:cNvSpPr txBox="1">
            <a:spLocks/>
          </p:cNvSpPr>
          <p:nvPr/>
        </p:nvSpPr>
        <p:spPr>
          <a:xfrm>
            <a:off x="1452937" y="3212709"/>
            <a:ext cx="8719904" cy="22325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Step 2: Begin merging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Following the algorithm, we pick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K1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as the head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K1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does not exist in any of the other lists’ </a:t>
            </a:r>
            <a:r>
              <a:rPr lang="en-CA" altLang="en-US" dirty="0">
                <a:solidFill>
                  <a:srgbClr val="FF0000"/>
                </a:solidFill>
                <a:latin typeface="Arial" panose="020B0604020202020204" pitchFamily="34" charset="0"/>
              </a:rPr>
              <a:t>tails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so we add it to the list [</a:t>
            </a:r>
            <a:r>
              <a:rPr lang="en-CA" altLang="en-US" dirty="0">
                <a:solidFill>
                  <a:srgbClr val="0070C0"/>
                </a:solidFill>
                <a:latin typeface="Arial" panose="020B0604020202020204" pitchFamily="34" charset="0"/>
              </a:rPr>
              <a:t>Z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After adding K1 to [Z] we need to remove K1 from all the other lists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58C858-4B42-4950-B9C3-A52B8D704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85" y="2203652"/>
            <a:ext cx="9581508" cy="1225347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L[Z] = [</a:t>
            </a:r>
            <a:r>
              <a:rPr lang="en-US" altLang="en-US" dirty="0">
                <a:solidFill>
                  <a:srgbClr val="0070C0"/>
                </a:solidFill>
                <a:latin typeface="Arial Unicode MS"/>
                <a:ea typeface="Courier New" panose="02070309020205020404" pitchFamily="49" charset="0"/>
              </a:rPr>
              <a:t>Z, K1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 + merge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[</a:t>
            </a:r>
            <a:r>
              <a:rPr lang="en-US" altLang="en-US" b="1" strike="sngStrike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K1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A, B, C, O]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[K2,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D, B, E, O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], [K3,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D, A, O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], [</a:t>
            </a:r>
            <a:r>
              <a:rPr lang="en-US" altLang="en-US" b="1" strike="sngStrike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K1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K2, K3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])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1D7F2-0E27-A952-3AF5-439C815844AC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32978174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52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50D897-2B7E-4670-B4A2-FD0B9AF38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FDC4569-433D-424E-99CC-B7000CAF3AE6}"/>
              </a:ext>
            </a:extLst>
          </p:cNvPr>
          <p:cNvSpPr txBox="1">
            <a:spLocks/>
          </p:cNvSpPr>
          <p:nvPr/>
        </p:nvSpPr>
        <p:spPr>
          <a:xfrm>
            <a:off x="1452937" y="3212709"/>
            <a:ext cx="8719904" cy="22325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Repeat Step 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Pick head from the first list in merge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We pick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Does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A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exist in the </a:t>
            </a:r>
            <a:r>
              <a:rPr lang="en-CA" altLang="en-US" dirty="0">
                <a:solidFill>
                  <a:srgbClr val="FF0000"/>
                </a:solidFill>
                <a:latin typeface="Arial" panose="020B0604020202020204" pitchFamily="34" charset="0"/>
              </a:rPr>
              <a:t>tails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of the other lists?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YES! It exists in the </a:t>
            </a:r>
            <a:r>
              <a:rPr lang="en-CA" altLang="en-US" dirty="0">
                <a:solidFill>
                  <a:srgbClr val="FF0000"/>
                </a:solidFill>
                <a:latin typeface="Arial" panose="020B0604020202020204" pitchFamily="34" charset="0"/>
              </a:rPr>
              <a:t>tail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of [K3, </a:t>
            </a:r>
            <a:r>
              <a:rPr lang="en-CA" altLang="en-US" dirty="0">
                <a:solidFill>
                  <a:srgbClr val="FF0000"/>
                </a:solidFill>
                <a:latin typeface="Arial" panose="020B0604020202020204" pitchFamily="34" charset="0"/>
              </a:rPr>
              <a:t>D, </a:t>
            </a:r>
            <a:r>
              <a:rPr lang="en-CA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CA" altLang="en-US" dirty="0">
                <a:solidFill>
                  <a:srgbClr val="FF0000"/>
                </a:solidFill>
                <a:latin typeface="Arial" panose="020B0604020202020204" pitchFamily="34" charset="0"/>
              </a:rPr>
              <a:t>, O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]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Skip to the next list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58C858-4B42-4950-B9C3-A52B8D704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85" y="2203652"/>
            <a:ext cx="9581508" cy="1225347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L[Z] = [</a:t>
            </a:r>
            <a:r>
              <a:rPr lang="en-US" altLang="en-US" dirty="0">
                <a:solidFill>
                  <a:srgbClr val="0070C0"/>
                </a:solidFill>
                <a:latin typeface="Arial Unicode MS"/>
                <a:ea typeface="Courier New" panose="02070309020205020404" pitchFamily="49" charset="0"/>
              </a:rPr>
              <a:t>Z, K1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 + merge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[</a:t>
            </a:r>
            <a:r>
              <a:rPr lang="en-US" altLang="en-US" b="1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A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B, C, O]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[K2,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D, B, E, O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], [K3,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D, </a:t>
            </a:r>
            <a:r>
              <a:rPr lang="en-US" altLang="en-US" b="1" u="sng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A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, O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], [K2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, K3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])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77F26-C7AD-B5C5-250F-198330413226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398764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53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50D897-2B7E-4670-B4A2-FD0B9AF38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FDC4569-433D-424E-99CC-B7000CAF3AE6}"/>
              </a:ext>
            </a:extLst>
          </p:cNvPr>
          <p:cNvSpPr txBox="1">
            <a:spLocks/>
          </p:cNvSpPr>
          <p:nvPr/>
        </p:nvSpPr>
        <p:spPr>
          <a:xfrm>
            <a:off x="1452937" y="3212709"/>
            <a:ext cx="8719904" cy="22325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Repeat Step 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Pick head from the </a:t>
            </a:r>
            <a:r>
              <a:rPr lang="en-CA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next list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in merge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We pick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K2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Does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K2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exist in the </a:t>
            </a:r>
            <a:r>
              <a:rPr lang="en-CA" altLang="en-US" dirty="0">
                <a:solidFill>
                  <a:srgbClr val="FF0000"/>
                </a:solidFill>
                <a:latin typeface="Arial" panose="020B0604020202020204" pitchFamily="34" charset="0"/>
              </a:rPr>
              <a:t>tails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of the other lists?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NO! Add it to [Z, K1]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Remove all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K2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in the other lists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58C858-4B42-4950-B9C3-A52B8D704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85" y="2203652"/>
            <a:ext cx="9581508" cy="1225347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L[Z] = [</a:t>
            </a:r>
            <a:r>
              <a:rPr lang="en-US" altLang="en-US" dirty="0">
                <a:solidFill>
                  <a:srgbClr val="0070C0"/>
                </a:solidFill>
                <a:latin typeface="Arial Unicode MS"/>
                <a:ea typeface="Courier New" panose="02070309020205020404" pitchFamily="49" charset="0"/>
              </a:rPr>
              <a:t>Z, K1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 + merge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([A, B, C, O], 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[</a:t>
            </a:r>
            <a:r>
              <a:rPr lang="en-US" altLang="en-US" b="1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K2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</a:t>
            </a:r>
            <a:r>
              <a:rPr lang="en-US" altLang="en-US" b="1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D, B, E, O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[K3,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D, A, O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], [K2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, K3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])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F97A2F-863D-1F24-F7E8-84123529635E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233963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54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50D897-2B7E-4670-B4A2-FD0B9AF38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FDC4569-433D-424E-99CC-B7000CAF3AE6}"/>
              </a:ext>
            </a:extLst>
          </p:cNvPr>
          <p:cNvSpPr txBox="1">
            <a:spLocks/>
          </p:cNvSpPr>
          <p:nvPr/>
        </p:nvSpPr>
        <p:spPr>
          <a:xfrm>
            <a:off x="1452937" y="3212709"/>
            <a:ext cx="8719904" cy="22325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Repeat Step 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Pick head from the next list in merge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We pick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Does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A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exist in the </a:t>
            </a:r>
            <a:r>
              <a:rPr lang="en-CA" altLang="en-US" dirty="0">
                <a:solidFill>
                  <a:srgbClr val="FF0000"/>
                </a:solidFill>
                <a:latin typeface="Arial" panose="020B0604020202020204" pitchFamily="34" charset="0"/>
              </a:rPr>
              <a:t>tails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of the other lists?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YES!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Skip to the next list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58C858-4B42-4950-B9C3-A52B8D704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85" y="2203652"/>
            <a:ext cx="9581508" cy="1225347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L[Z] = [</a:t>
            </a:r>
            <a:r>
              <a:rPr lang="en-US" altLang="en-US" dirty="0">
                <a:solidFill>
                  <a:srgbClr val="0070C0"/>
                </a:solidFill>
                <a:latin typeface="Arial Unicode MS"/>
                <a:ea typeface="Courier New" panose="02070309020205020404" pitchFamily="49" charset="0"/>
              </a:rPr>
              <a:t>Z, K1, K2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 + merge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[</a:t>
            </a:r>
            <a:r>
              <a:rPr lang="en-US" altLang="en-US" b="1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A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B, C, O]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[D,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B, E, O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], [K3,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D, </a:t>
            </a:r>
            <a:r>
              <a:rPr lang="en-US" altLang="en-US" b="1" u="sng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A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, O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], [K3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])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3D85E-5131-47FA-01C0-A74B6B5E2D5D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267822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55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50D897-2B7E-4670-B4A2-FD0B9AF38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FDC4569-433D-424E-99CC-B7000CAF3AE6}"/>
              </a:ext>
            </a:extLst>
          </p:cNvPr>
          <p:cNvSpPr txBox="1">
            <a:spLocks/>
          </p:cNvSpPr>
          <p:nvPr/>
        </p:nvSpPr>
        <p:spPr>
          <a:xfrm>
            <a:off x="1452937" y="3212709"/>
            <a:ext cx="8719904" cy="22325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Repeat Step 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Pick head from the next list in merge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We pick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Does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D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exist in the </a:t>
            </a:r>
            <a:r>
              <a:rPr lang="en-CA" altLang="en-US" dirty="0">
                <a:solidFill>
                  <a:srgbClr val="FF0000"/>
                </a:solidFill>
                <a:latin typeface="Arial" panose="020B0604020202020204" pitchFamily="34" charset="0"/>
              </a:rPr>
              <a:t>tails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of the other lists?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YES!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Skip to the next list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58C858-4B42-4950-B9C3-A52B8D704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85" y="2203652"/>
            <a:ext cx="9581508" cy="1225347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L[Z] = [</a:t>
            </a:r>
            <a:r>
              <a:rPr lang="en-US" altLang="en-US" dirty="0">
                <a:solidFill>
                  <a:srgbClr val="0070C0"/>
                </a:solidFill>
                <a:latin typeface="Arial Unicode MS"/>
                <a:ea typeface="Courier New" panose="02070309020205020404" pitchFamily="49" charset="0"/>
              </a:rPr>
              <a:t>Z, K1, K2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 + merge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([A, B, C, O], 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[</a:t>
            </a:r>
            <a:r>
              <a:rPr lang="en-US" altLang="en-US" b="1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D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</a:t>
            </a:r>
            <a:r>
              <a:rPr lang="en-US" altLang="en-US" b="1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B, E, O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[K3, </a:t>
            </a:r>
            <a:r>
              <a:rPr lang="en-US" altLang="en-US" b="1" u="sng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D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, A, O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], [K3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])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8A076-85C9-01BF-1241-8CA5F0E51934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353487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56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50D897-2B7E-4670-B4A2-FD0B9AF38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FDC4569-433D-424E-99CC-B7000CAF3AE6}"/>
              </a:ext>
            </a:extLst>
          </p:cNvPr>
          <p:cNvSpPr txBox="1">
            <a:spLocks/>
          </p:cNvSpPr>
          <p:nvPr/>
        </p:nvSpPr>
        <p:spPr>
          <a:xfrm>
            <a:off x="1452937" y="3212709"/>
            <a:ext cx="8719904" cy="22325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Repeat Step 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Pick head from the next list in merge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We pick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K3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Does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K3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exist in the </a:t>
            </a:r>
            <a:r>
              <a:rPr lang="en-CA" altLang="en-US" dirty="0">
                <a:solidFill>
                  <a:srgbClr val="FF0000"/>
                </a:solidFill>
                <a:latin typeface="Arial" panose="020B0604020202020204" pitchFamily="34" charset="0"/>
              </a:rPr>
              <a:t>tails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of the other lists?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NO! Add to [Z, K1, K2]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Remove all </a:t>
            </a:r>
            <a:r>
              <a:rPr lang="en-CA" altLang="en-US" dirty="0">
                <a:solidFill>
                  <a:srgbClr val="00B050"/>
                </a:solidFill>
                <a:latin typeface="Arial" panose="020B0604020202020204" pitchFamily="34" charset="0"/>
              </a:rPr>
              <a:t>K3</a:t>
            </a:r>
            <a:r>
              <a:rPr lang="en-CA" altLang="en-US" dirty="0">
                <a:solidFill>
                  <a:schemeClr val="tx1"/>
                </a:solidFill>
                <a:latin typeface="Arial" panose="020B0604020202020204" pitchFamily="34" charset="0"/>
              </a:rPr>
              <a:t> in the other lists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CA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58C858-4B42-4950-B9C3-A52B8D704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85" y="2203652"/>
            <a:ext cx="9581508" cy="1225347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L[Z] = [</a:t>
            </a:r>
            <a:r>
              <a:rPr lang="en-US" altLang="en-US" dirty="0">
                <a:solidFill>
                  <a:srgbClr val="0070C0"/>
                </a:solidFill>
                <a:latin typeface="Arial Unicode MS"/>
                <a:ea typeface="Courier New" panose="02070309020205020404" pitchFamily="49" charset="0"/>
              </a:rPr>
              <a:t>Z, K1, K2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 + merge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([A, B, C, O], [D, </a:t>
            </a:r>
            <a:r>
              <a:rPr lang="en-US" altLang="en-US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B, E, O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], 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[</a:t>
            </a:r>
            <a:r>
              <a:rPr lang="en-US" altLang="en-US" b="1" dirty="0">
                <a:solidFill>
                  <a:srgbClr val="00B050"/>
                </a:solidFill>
                <a:latin typeface="Arial Unicode MS"/>
                <a:ea typeface="Courier New" panose="02070309020205020404" pitchFamily="49" charset="0"/>
              </a:rPr>
              <a:t>K3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</a:t>
            </a:r>
            <a:r>
              <a:rPr lang="en-US" altLang="en-US" b="1" dirty="0">
                <a:solidFill>
                  <a:srgbClr val="FF0000"/>
                </a:solidFill>
                <a:latin typeface="Arial Unicode MS"/>
                <a:ea typeface="Courier New" panose="02070309020205020404" pitchFamily="49" charset="0"/>
              </a:rPr>
              <a:t>D, A, O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]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, [K3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])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84EC2-C533-CB5B-903E-AFC557AA9E00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41314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57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50D897-2B7E-4670-B4A2-FD0B9AF38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FDC4569-433D-424E-99CC-B7000CAF3AE6}"/>
              </a:ext>
            </a:extLst>
          </p:cNvPr>
          <p:cNvSpPr txBox="1">
            <a:spLocks/>
          </p:cNvSpPr>
          <p:nvPr/>
        </p:nvSpPr>
        <p:spPr>
          <a:xfrm>
            <a:off x="1452937" y="3212709"/>
            <a:ext cx="8719904" cy="2620498"/>
          </a:xfrm>
          <a:prstGeom prst="rect">
            <a:avLst/>
          </a:prstGeom>
        </p:spPr>
        <p:txBody>
          <a:bodyPr vert="horz" lIns="0" tIns="45720" rIns="0" bIns="45720" rtlCol="0"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CA" altLang="en-US" dirty="0">
                <a:solidFill>
                  <a:schemeClr val="tx1"/>
                </a:solidFill>
                <a:latin typeface="Arial Unicode MS"/>
              </a:rPr>
              <a:t>Keep repeating to get the following</a:t>
            </a:r>
          </a:p>
          <a:p>
            <a:r>
              <a:rPr lang="pt-BR" dirty="0">
                <a:latin typeface="Arial Unicode MS"/>
              </a:rPr>
              <a:t>= [Z, K1, K2, K3] + merge([A, B, C, O], [D, B, E, O], [D, A, O])             // fail A, select D</a:t>
            </a:r>
          </a:p>
          <a:p>
            <a:r>
              <a:rPr lang="pt-BR" dirty="0">
                <a:latin typeface="Arial Unicode MS"/>
              </a:rPr>
              <a:t>= [Z, K1, K2, K3, D] + merge([A, B, C, O], [B, E, O], [A, O])                  // select A</a:t>
            </a:r>
          </a:p>
          <a:p>
            <a:r>
              <a:rPr lang="pt-BR" dirty="0">
                <a:latin typeface="Arial Unicode MS"/>
              </a:rPr>
              <a:t>= [Z, K1, K2, K3, D, A] + merge([B, C, O], [B, E, O], [O])                       // select B</a:t>
            </a:r>
          </a:p>
          <a:p>
            <a:r>
              <a:rPr lang="pt-BR" dirty="0">
                <a:latin typeface="Arial Unicode MS"/>
              </a:rPr>
              <a:t>= [Z, K1, K2, K3, D, A, B] + merge([C, O], [E, O], [O])                           // select C</a:t>
            </a:r>
          </a:p>
          <a:p>
            <a:r>
              <a:rPr lang="pt-BR" dirty="0">
                <a:latin typeface="Arial Unicode MS"/>
              </a:rPr>
              <a:t>= [Z, K1, K2, K3, D, A, B, C] + merge([O], [E, O], [O])                           // fail O, select E</a:t>
            </a:r>
          </a:p>
          <a:p>
            <a:r>
              <a:rPr lang="pt-BR" dirty="0">
                <a:latin typeface="Arial Unicode MS"/>
              </a:rPr>
              <a:t>= [Z, K1, K2, K3, D, A, B, C, E] + merge([O], [O], [O])                           // select O</a:t>
            </a:r>
          </a:p>
          <a:p>
            <a:r>
              <a:rPr lang="en-US" dirty="0">
                <a:latin typeface="Arial Unicode MS"/>
              </a:rPr>
              <a:t>= [Z, K1, K2, K3, D, A, B, C, E, O]                                                         // done</a:t>
            </a:r>
            <a:endParaRPr lang="en-CA" altLang="en-US" dirty="0">
              <a:solidFill>
                <a:schemeClr val="tx1"/>
              </a:solidFill>
              <a:latin typeface="Arial Unicode MS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58C858-4B42-4950-B9C3-A52B8D704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85" y="2203653"/>
            <a:ext cx="9581508" cy="88043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L[Z] = [</a:t>
            </a:r>
            <a:r>
              <a:rPr lang="en-US" altLang="en-US" dirty="0">
                <a:solidFill>
                  <a:srgbClr val="0070C0"/>
                </a:solidFill>
                <a:latin typeface="Arial Unicode MS"/>
                <a:ea typeface="Courier New" panose="02070309020205020404" pitchFamily="49" charset="0"/>
              </a:rPr>
              <a:t>Z, K1, K2, K3</a:t>
            </a:r>
            <a:r>
              <a:rPr lang="en-US" altLang="en-US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] + merge</a:t>
            </a:r>
            <a:r>
              <a:rPr lang="en-US" altLang="en-US" dirty="0">
                <a:solidFill>
                  <a:schemeClr val="tx1"/>
                </a:solidFill>
                <a:latin typeface="Arial Unicode MS"/>
                <a:ea typeface="Courier New" panose="02070309020205020404" pitchFamily="49" charset="0"/>
              </a:rPr>
              <a:t>([A, B, C, O], [D, B, E, O], [D, A, O])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98D143-B35D-BBC8-DC65-274578F50475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18869915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58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50D897-2B7E-4670-B4A2-FD0B9AF38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58C858-4B42-4950-B9C3-A52B8D704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7693" y="1978243"/>
            <a:ext cx="9119233" cy="385496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L[Z] = </a:t>
            </a:r>
            <a:r>
              <a:rPr lang="en-US" sz="2200" dirty="0">
                <a:latin typeface="Arial Unicode MS"/>
              </a:rPr>
              <a:t>[Z, K1, K2, K3, D, A, B, C, E, O]</a:t>
            </a:r>
            <a:r>
              <a:rPr lang="en-US" altLang="en-US" sz="2200" dirty="0">
                <a:latin typeface="Arial Unicode MS"/>
              </a:rPr>
              <a:t>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Arial Unicode MS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 Unicode MS"/>
              </a:rPr>
              <a:t>This final result may look strange because we might’ve expected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L[Z] = </a:t>
            </a:r>
            <a:r>
              <a:rPr lang="en-US" sz="2200" dirty="0">
                <a:latin typeface="Arial Unicode MS"/>
              </a:rPr>
              <a:t>[Z, K1, K2, K3, A, B, C, D, E, O]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Arial Unicode MS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 Unicode MS"/>
              </a:rPr>
              <a:t>However the order of linearization completely depends on the inheritance order of the previous classes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Arial Unicode MS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 Unicode MS"/>
              </a:rPr>
              <a:t>Notice how </a:t>
            </a:r>
            <a:r>
              <a:rPr lang="en-US" altLang="en-US" sz="2200" b="1" dirty="0">
                <a:latin typeface="Arial Unicode MS"/>
              </a:rPr>
              <a:t>K2</a:t>
            </a:r>
            <a:r>
              <a:rPr lang="en-US" altLang="en-US" sz="2200" dirty="0">
                <a:latin typeface="Arial Unicode MS"/>
              </a:rPr>
              <a:t>, and </a:t>
            </a:r>
            <a:r>
              <a:rPr lang="en-US" altLang="en-US" sz="2200" b="1" dirty="0">
                <a:latin typeface="Arial Unicode MS"/>
              </a:rPr>
              <a:t>K3</a:t>
            </a:r>
            <a:r>
              <a:rPr lang="en-US" altLang="en-US" sz="2200" dirty="0">
                <a:latin typeface="Arial Unicode MS"/>
              </a:rPr>
              <a:t> </a:t>
            </a:r>
            <a:r>
              <a:rPr lang="en-US" altLang="en-US" sz="2200" b="1" dirty="0">
                <a:latin typeface="Arial Unicode MS"/>
              </a:rPr>
              <a:t>inherited D first </a:t>
            </a:r>
            <a:r>
              <a:rPr lang="en-US" altLang="en-US" sz="2200" dirty="0">
                <a:latin typeface="Arial Unicode MS"/>
              </a:rPr>
              <a:t>then other classes? This is what caused the somewhat strange linearization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Arial Unicode M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658454F-A19A-43EA-9C6A-74411FB527B7}"/>
              </a:ext>
            </a:extLst>
          </p:cNvPr>
          <p:cNvSpPr txBox="1">
            <a:spLocks/>
          </p:cNvSpPr>
          <p:nvPr/>
        </p:nvSpPr>
        <p:spPr>
          <a:xfrm>
            <a:off x="265074" y="1761933"/>
            <a:ext cx="2511153" cy="26080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L(O) = [O]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L(A) = [A,O]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L(B) = [B,O]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L(C) = [C,O]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L(D) = [D,O]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L(E) = [E,O]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L(K1) = [K1, A, B, C, 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</a:t>
            </a:r>
            <a:r>
              <a:rPr lang="en-US" altLang="en-US" sz="1800" b="1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K2</a:t>
            </a: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) = [K2, </a:t>
            </a:r>
            <a:r>
              <a:rPr lang="en-US" altLang="en-US" sz="1800" b="1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D</a:t>
            </a: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, B, E, 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</a:t>
            </a:r>
            <a:r>
              <a:rPr lang="en-US" altLang="en-US" sz="1800" b="1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K3</a:t>
            </a: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) = [K3, </a:t>
            </a:r>
            <a:r>
              <a:rPr lang="en-US" altLang="en-US" sz="1800" b="1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D</a:t>
            </a: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, A, O]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FEE42-683F-4E26-A2E6-FC35044A769C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19066798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99097-1C8E-4DE6-AE6D-08820767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98" y="30689"/>
            <a:ext cx="4701302" cy="170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49A53-1562-4E51-B0AF-02F80C98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Try finding out the MRO of this MONSTER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F4F3-2FD0-0048-BB69-506B4B8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59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B122DF-3077-451E-A8B3-E1927717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6BA24-082C-43FE-B137-5108DB3A2189}"/>
              </a:ext>
            </a:extLst>
          </p:cNvPr>
          <p:cNvSpPr/>
          <p:nvPr/>
        </p:nvSpPr>
        <p:spPr>
          <a:xfrm>
            <a:off x="7663260" y="5961830"/>
            <a:ext cx="452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https://en.wikipedia.org/wiki/C3_linearization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2AD7BD-E773-4C7A-905F-B2113C6F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50D897-2B7E-4670-B4A2-FD0B9AF38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58C858-4B42-4950-B9C3-A52B8D704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7693" y="1978243"/>
            <a:ext cx="9119233" cy="385496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L[Z] = </a:t>
            </a:r>
            <a:r>
              <a:rPr lang="en-US" sz="2200" dirty="0">
                <a:latin typeface="Arial Unicode MS"/>
              </a:rPr>
              <a:t>[Z, K1, K2, K3, D, A, B, C, E, O]</a:t>
            </a:r>
            <a:r>
              <a:rPr lang="en-US" altLang="en-US" sz="2200" dirty="0">
                <a:latin typeface="Arial Unicode MS"/>
              </a:rPr>
              <a:t>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Arial Unicode MS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 Unicode MS"/>
              </a:rPr>
              <a:t>However, our linearization algorithm ensures monotonicity, and local precedence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Arial Unicode MS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 Unicode MS"/>
              </a:rPr>
              <a:t>Local precedence ordering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Unicode MS"/>
              </a:rPr>
              <a:t>Class Z inherits from K1, K2, K3 before other classes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Arial Unicode MS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 Unicode MS"/>
              </a:rPr>
              <a:t>Monotonicity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Unicode MS"/>
              </a:rPr>
              <a:t>The inheritance order of K1, K2, K3’s parents are maintained in the subclass Z</a:t>
            </a:r>
            <a:endParaRPr lang="en-US" altLang="en-US" sz="2200" dirty="0">
              <a:latin typeface="Arial Unicode M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658454F-A19A-43EA-9C6A-74411FB527B7}"/>
              </a:ext>
            </a:extLst>
          </p:cNvPr>
          <p:cNvSpPr txBox="1">
            <a:spLocks/>
          </p:cNvSpPr>
          <p:nvPr/>
        </p:nvSpPr>
        <p:spPr>
          <a:xfrm>
            <a:off x="265074" y="1761933"/>
            <a:ext cx="2511153" cy="26080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L(O) = [O]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L(A) = [A,O]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L(B) = [B,O]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L(C) = [C,O]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L(D) = [D,O]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L(E) = [E,O]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L(K1) = [K1, A, B, C, 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L(K2) = [K2, D, B, E, O]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 Unicode MS"/>
                <a:ea typeface="Courier New" panose="02070309020205020404" pitchFamily="49" charset="0"/>
              </a:rPr>
              <a:t>L(K3) = [K3, D, A, O]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A3ED0-0658-443A-5D33-0E93D03C9F08}"/>
              </a:ext>
            </a:extLst>
          </p:cNvPr>
          <p:cNvSpPr txBox="1"/>
          <p:nvPr/>
        </p:nvSpPr>
        <p:spPr>
          <a:xfrm>
            <a:off x="7064642" y="286603"/>
            <a:ext cx="4774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highlight>
                  <a:srgbClr val="FFFF00"/>
                </a:highlight>
              </a:rPr>
              <a:t>⛔Excluded from the Exam ⛔</a:t>
            </a:r>
          </a:p>
        </p:txBody>
      </p:sp>
    </p:spTree>
    <p:extLst>
      <p:ext uri="{BB962C8B-B14F-4D97-AF65-F5344CB8AC3E}">
        <p14:creationId xmlns:p14="http://schemas.microsoft.com/office/powerpoint/2010/main" val="16455064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FA7F28-7B91-4580-BAD7-8D1E1807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Mix-Ins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311A8D-5FEE-4C3B-B1AC-8E80DFE29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DCF38C-8A7B-3A4E-A184-3F5359F9A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3937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B7E64-99D8-429D-B8AF-D4290542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Mixins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159D5-7920-4C10-8A80-92C8A6155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887061" cy="4023360"/>
          </a:xfrm>
        </p:spPr>
        <p:txBody>
          <a:bodyPr/>
          <a:lstStyle/>
          <a:p>
            <a:r>
              <a:rPr lang="en-CA" dirty="0" err="1"/>
              <a:t>Mixins</a:t>
            </a:r>
            <a:r>
              <a:rPr lang="en-CA" dirty="0"/>
              <a:t> are a special type of a </a:t>
            </a:r>
            <a:r>
              <a:rPr lang="en-CA" b="1" u="sng" dirty="0" err="1"/>
              <a:t>SuperClass</a:t>
            </a:r>
            <a:r>
              <a:rPr lang="en-CA" dirty="0"/>
              <a:t> object which is not meant to be instantiated. Instead, it is meant to be Inherited.</a:t>
            </a:r>
          </a:p>
          <a:p>
            <a:r>
              <a:rPr lang="en-CA" dirty="0"/>
              <a:t>These inherit and encapsulate behaviours and attributes from two completely different classes.</a:t>
            </a:r>
          </a:p>
          <a:p>
            <a:r>
              <a:rPr lang="en-CA" dirty="0"/>
              <a:t>We then inherit from a </a:t>
            </a:r>
            <a:r>
              <a:rPr lang="en-CA" dirty="0" err="1"/>
              <a:t>mixin</a:t>
            </a:r>
            <a:r>
              <a:rPr lang="en-CA" dirty="0"/>
              <a:t> to create classes that can exhibit behaviours of both the base classes.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FC3C3A-358F-49B6-BF31-F05B442C3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492" y="2752253"/>
            <a:ext cx="5096834" cy="25551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100CA-7B79-6048-92AF-B6805CA40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053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B7E64-99D8-429D-B8AF-D4290542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Mixins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159D5-7920-4C10-8A80-92C8A6155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206701" cy="4298212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class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Mixin1: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def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sayHi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Consolas" panose="020B0609020204030204" pitchFamily="49" charset="0"/>
              </a:rPr>
              <a:t>self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'Hi’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class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Mixin2: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def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sayWorld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Consolas" panose="020B0609020204030204" pitchFamily="49" charset="0"/>
              </a:rPr>
              <a:t>self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'World’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MultiDerived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(Mixin1, Mixin2):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def </a:t>
            </a:r>
            <a:r>
              <a:rPr lang="en-US" altLang="en-US" dirty="0">
                <a:solidFill>
                  <a:srgbClr val="B200B2"/>
                </a:solidFill>
                <a:latin typeface="Consolas" panose="020B0609020204030204" pitchFamily="49" charset="0"/>
              </a:rPr>
              <a:t>__</a:t>
            </a:r>
            <a:r>
              <a:rPr lang="en-US" altLang="en-US" dirty="0" err="1">
                <a:solidFill>
                  <a:srgbClr val="B200B2"/>
                </a:solidFill>
                <a:latin typeface="Consolas" panose="020B0609020204030204" pitchFamily="49" charset="0"/>
              </a:rPr>
              <a:t>init</a:t>
            </a:r>
            <a:r>
              <a:rPr lang="en-US" altLang="en-US" dirty="0">
                <a:solidFill>
                  <a:srgbClr val="B200B2"/>
                </a:solidFill>
                <a:latin typeface="Consolas" panose="020B0609020204030204" pitchFamily="49" charset="0"/>
              </a:rPr>
              <a:t>__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Consolas" panose="020B0609020204030204" pitchFamily="49" charset="0"/>
              </a:rPr>
              <a:t>self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dirty="0" err="1">
                <a:solidFill>
                  <a:srgbClr val="94558D"/>
                </a:solidFill>
                <a:latin typeface="Consolas" panose="020B0609020204030204" pitchFamily="49" charset="0"/>
              </a:rPr>
              <a:t>self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.sayHi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dirty="0" err="1">
                <a:solidFill>
                  <a:srgbClr val="94558D"/>
                </a:solidFill>
                <a:latin typeface="Consolas" panose="020B0609020204030204" pitchFamily="49" charset="0"/>
              </a:rPr>
              <a:t>self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.sayWorld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m =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MultiDerived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100CA-7B79-6048-92AF-B6805CA40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62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49ED686-4938-40F6-A088-8D974664A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E84A55-192D-429A-AD75-EEFD3EFAF331}"/>
              </a:ext>
            </a:extLst>
          </p:cNvPr>
          <p:cNvSpPr/>
          <p:nvPr/>
        </p:nvSpPr>
        <p:spPr>
          <a:xfrm>
            <a:off x="6898214" y="3227284"/>
            <a:ext cx="248209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Output: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Hi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World</a:t>
            </a:r>
            <a:endParaRPr lang="en-US" altLang="en-US" sz="2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5761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DAF8-9DD2-72F3-AB07-B0398CED9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Mixin – Another Example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7D302-1916-697E-2C12-08E31BECD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3998E2-9EE6-6470-C927-C8F1CF98CA03}"/>
              </a:ext>
            </a:extLst>
          </p:cNvPr>
          <p:cNvSpPr txBox="1"/>
          <p:nvPr/>
        </p:nvSpPr>
        <p:spPr>
          <a:xfrm>
            <a:off x="1325217" y="1988361"/>
            <a:ext cx="6096000" cy="333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CA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b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 LoggingMixin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 message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CA" b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"[LOG]: </a:t>
            </a:r>
            <a:r>
              <a:rPr lang="en-CA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CA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b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CA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b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 Database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"Saving to database..."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CA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b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 User(Database, LoggingMixin)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create_user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 name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.log(</a:t>
            </a:r>
            <a:r>
              <a:rPr lang="en-CA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CA" b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"Creating user: </a:t>
            </a:r>
            <a:r>
              <a:rPr lang="en-CA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CA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b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.save()</a:t>
            </a:r>
          </a:p>
          <a:p>
            <a:pPr>
              <a:lnSpc>
                <a:spcPts val="1425"/>
              </a:lnSpc>
            </a:pPr>
            <a:b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CA" b="0" i="1">
                <a:solidFill>
                  <a:srgbClr val="5C6370"/>
                </a:solidFill>
                <a:effectLst/>
                <a:latin typeface="Consolas" panose="020B0609020204030204" pitchFamily="49" charset="0"/>
              </a:rPr>
              <a:t># Usage</a:t>
            </a:r>
            <a:endParaRPr lang="en-CA" b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u </a:t>
            </a:r>
            <a:r>
              <a:rPr lang="en-CA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User()</a:t>
            </a:r>
          </a:p>
          <a:p>
            <a:pPr>
              <a:lnSpc>
                <a:spcPts val="1425"/>
              </a:lnSpc>
            </a:pP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u.create_user(</a:t>
            </a:r>
            <a:r>
              <a:rPr lang="en-CA" b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CA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CA" b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98508-FEB2-822C-FABB-2B5612D5A5B5}"/>
              </a:ext>
            </a:extLst>
          </p:cNvPr>
          <p:cNvSpPr txBox="1"/>
          <p:nvPr/>
        </p:nvSpPr>
        <p:spPr>
          <a:xfrm>
            <a:off x="6792883" y="1974355"/>
            <a:ext cx="441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/>
              <a:t>Common Use Cases: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/>
              <a:t>LoggingMixin</a:t>
            </a:r>
            <a:r>
              <a:rPr lang="en-CA"/>
              <a:t> – Adds logging capabilities.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/>
              <a:t>TimestampMixin</a:t>
            </a:r>
            <a:r>
              <a:rPr lang="en-CA"/>
              <a:t> – Adds timestamps to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/>
              <a:t>AuthMixin</a:t>
            </a:r>
            <a:r>
              <a:rPr lang="en-CA"/>
              <a:t> – Adds authentication checks.</a:t>
            </a:r>
          </a:p>
        </p:txBody>
      </p:sp>
    </p:spTree>
    <p:extLst>
      <p:ext uri="{BB962C8B-B14F-4D97-AF65-F5344CB8AC3E}">
        <p14:creationId xmlns:p14="http://schemas.microsoft.com/office/powerpoint/2010/main" val="24595786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FCF6-5B0C-0818-2391-0DCA21E4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150" y="286603"/>
            <a:ext cx="10058400" cy="1450757"/>
          </a:xfrm>
        </p:spPr>
        <p:txBody>
          <a:bodyPr/>
          <a:lstStyle/>
          <a:p>
            <a:r>
              <a:rPr lang="en-CA"/>
              <a:t>Benefits of Mixins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22B2A-8797-0548-387C-4277F7E50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A" b="1"/>
              <a:t>Code Reusability</a:t>
            </a:r>
            <a:r>
              <a:rPr lang="en-CA"/>
              <a:t> – Avoids code duplication.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/>
              <a:t>Separation of Concerns</a:t>
            </a:r>
            <a:r>
              <a:rPr lang="en-CA"/>
              <a:t> – Keeps responsibilities modular.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/>
              <a:t>Lightweight &amp; Flexible</a:t>
            </a:r>
            <a:r>
              <a:rPr lang="en-CA"/>
              <a:t> – Allows functionality to be added without deep inheritance trees.</a:t>
            </a:r>
          </a:p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7E55B-F81F-5BDE-E5A9-A516BD2A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419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FA7F28-7B91-4580-BAD7-8D1E1807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Interface Segregation Principle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311A8D-5FEE-4C3B-B1AC-8E80DFE29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E09F40-1C9A-D24B-A170-AB00D14A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6657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773D-319F-4252-8F46-69C7C34C5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Interface Segregation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DAB7-E22D-4108-A6D9-A058E13C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1845733"/>
            <a:ext cx="5366894" cy="4410211"/>
          </a:xfrm>
        </p:spPr>
        <p:txBody>
          <a:bodyPr>
            <a:normAutofit/>
          </a:bodyPr>
          <a:lstStyle/>
          <a:p>
            <a:r>
              <a:rPr lang="en-CA" dirty="0"/>
              <a:t>Multiple Inheritance is a great way to implement different Interfaces from parent Abstract Base Classes (ABC’s)</a:t>
            </a:r>
          </a:p>
          <a:p>
            <a:r>
              <a:rPr lang="en-CA" dirty="0"/>
              <a:t>Some rules to guide you: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Make sure the interfaces don’t overlap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Avoid putting implementation in the ABC’s unless absolutely necessary. Emulate Java interfaces. Treat these as pure abstractions.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You can use </a:t>
            </a:r>
            <a:r>
              <a:rPr lang="en-CA" dirty="0" err="1"/>
              <a:t>mixins</a:t>
            </a:r>
            <a:r>
              <a:rPr lang="en-CA" dirty="0"/>
              <a:t> to encapsulate different interfaces to create a common base class to inherit from. For the purpose of this course this isn’t necessary or expected.</a:t>
            </a:r>
          </a:p>
          <a:p>
            <a:pPr>
              <a:buFont typeface="Wingdings" panose="05000000000000000000" pitchFamily="2" charset="2"/>
              <a:buChar char="§"/>
            </a:pPr>
            <a:endParaRPr lang="en-CA" dirty="0"/>
          </a:p>
          <a:p>
            <a:pPr>
              <a:buFont typeface="Wingdings" panose="05000000000000000000" pitchFamily="2" charset="2"/>
              <a:buChar char="§"/>
            </a:pP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DA5E24-5A12-4196-AD57-E9FC063F8F8B}"/>
              </a:ext>
            </a:extLst>
          </p:cNvPr>
          <p:cNvSpPr txBox="1">
            <a:spLocks/>
          </p:cNvSpPr>
          <p:nvPr/>
        </p:nvSpPr>
        <p:spPr>
          <a:xfrm>
            <a:off x="6790099" y="1973656"/>
            <a:ext cx="4789284" cy="41283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800" dirty="0">
                <a:latin typeface="Courier"/>
              </a:rPr>
              <a:t>class Walkable(</a:t>
            </a:r>
            <a:r>
              <a:rPr lang="en-CA" sz="1800" dirty="0" err="1">
                <a:latin typeface="Courier"/>
              </a:rPr>
              <a:t>abc.ABC</a:t>
            </a:r>
            <a:r>
              <a:rPr lang="en-CA" sz="1800" dirty="0">
                <a:latin typeface="Courier"/>
              </a:rPr>
              <a:t>):</a:t>
            </a:r>
          </a:p>
          <a:p>
            <a:r>
              <a:rPr lang="en-CA" sz="1800" dirty="0">
                <a:latin typeface="Courier"/>
              </a:rPr>
              <a:t>    @</a:t>
            </a:r>
            <a:r>
              <a:rPr lang="en-CA" sz="1800" dirty="0" err="1">
                <a:latin typeface="Courier"/>
              </a:rPr>
              <a:t>abc.abstractmethod</a:t>
            </a:r>
            <a:br>
              <a:rPr lang="en-CA" sz="1800" dirty="0">
                <a:latin typeface="Courier"/>
              </a:rPr>
            </a:br>
            <a:r>
              <a:rPr lang="en-CA" sz="1800" dirty="0">
                <a:latin typeface="Courier"/>
              </a:rPr>
              <a:t>    def walk(self):</a:t>
            </a:r>
            <a:br>
              <a:rPr lang="en-CA" sz="1800" dirty="0">
                <a:latin typeface="Courier"/>
              </a:rPr>
            </a:br>
            <a:r>
              <a:rPr lang="en-CA" sz="1800" dirty="0">
                <a:latin typeface="Courier"/>
              </a:rPr>
              <a:t>        pass</a:t>
            </a:r>
          </a:p>
          <a:p>
            <a:r>
              <a:rPr lang="en-CA" sz="1800" dirty="0">
                <a:latin typeface="Courier"/>
              </a:rPr>
              <a:t>class Swimmable(</a:t>
            </a:r>
            <a:r>
              <a:rPr lang="en-CA" sz="1800" dirty="0" err="1">
                <a:latin typeface="Courier"/>
              </a:rPr>
              <a:t>abc.ABC</a:t>
            </a:r>
            <a:r>
              <a:rPr lang="en-CA" sz="1800" dirty="0">
                <a:latin typeface="Courier"/>
              </a:rPr>
              <a:t>)</a:t>
            </a:r>
          </a:p>
          <a:p>
            <a:r>
              <a:rPr lang="en-CA" sz="1800" dirty="0">
                <a:latin typeface="Courier"/>
              </a:rPr>
              <a:t>    @</a:t>
            </a:r>
            <a:r>
              <a:rPr lang="en-CA" sz="1800" dirty="0" err="1">
                <a:latin typeface="Courier"/>
              </a:rPr>
              <a:t>abc.abstractmethod</a:t>
            </a:r>
            <a:br>
              <a:rPr lang="en-CA" sz="1800" dirty="0">
                <a:latin typeface="Courier"/>
              </a:rPr>
            </a:br>
            <a:r>
              <a:rPr lang="en-CA" sz="1800" dirty="0">
                <a:latin typeface="Courier"/>
              </a:rPr>
              <a:t>    def swim(self):</a:t>
            </a:r>
            <a:br>
              <a:rPr lang="en-CA" sz="1800" dirty="0">
                <a:latin typeface="Courier"/>
              </a:rPr>
            </a:br>
            <a:r>
              <a:rPr lang="en-CA" sz="1800" dirty="0">
                <a:latin typeface="Courier"/>
              </a:rPr>
              <a:t>        pass</a:t>
            </a:r>
          </a:p>
          <a:p>
            <a:r>
              <a:rPr lang="en-CA" sz="1800" dirty="0">
                <a:latin typeface="Courier"/>
              </a:rPr>
              <a:t>class Human(Walkable, Swimmable):</a:t>
            </a:r>
          </a:p>
          <a:p>
            <a:r>
              <a:rPr lang="en-CA" sz="1800" dirty="0">
                <a:latin typeface="Courier"/>
              </a:rPr>
              <a:t>    def walk(self):</a:t>
            </a:r>
            <a:br>
              <a:rPr lang="en-CA" sz="1800" dirty="0">
                <a:latin typeface="Courier"/>
              </a:rPr>
            </a:br>
            <a:r>
              <a:rPr lang="en-CA" sz="1800" dirty="0">
                <a:latin typeface="Courier"/>
              </a:rPr>
              <a:t>        # overridden walking code</a:t>
            </a:r>
          </a:p>
          <a:p>
            <a:r>
              <a:rPr lang="en-CA" sz="1800" dirty="0">
                <a:latin typeface="Courier"/>
              </a:rPr>
              <a:t>    def swim(self):</a:t>
            </a:r>
            <a:br>
              <a:rPr lang="en-CA" sz="1800" dirty="0">
                <a:latin typeface="Courier"/>
              </a:rPr>
            </a:br>
            <a:r>
              <a:rPr lang="en-CA" sz="1800" dirty="0">
                <a:latin typeface="Courier"/>
              </a:rPr>
              <a:t>        # overridden swimming code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8F2119-42BC-E74B-821B-8CC1D95E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6529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FA7F28-7B91-4580-BAD7-8D1E1807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Multiple Inheritance Alternatives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311A8D-5FEE-4C3B-B1AC-8E80DFE29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6E1740-063E-0D41-9BCD-45A867A4E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930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ED008ECC-51D4-4E47-80DF-1D22FBBC5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260AC6-74E9-49A0-B8AB-D299A701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CA" dirty="0"/>
              <a:t>Alternatives?</a:t>
            </a:r>
          </a:p>
        </p:txBody>
      </p:sp>
      <p:pic>
        <p:nvPicPr>
          <p:cNvPr id="7170" name="Picture 2" descr="Image result for Multiple Inheritance meme">
            <a:extLst>
              <a:ext uri="{FF2B5EF4-FFF2-40B4-BE49-F238E27FC236}">
                <a16:creationId xmlns:a16="http://schemas.microsoft.com/office/drawing/2014/main" id="{BBE13518-166B-46A8-91FA-CDF27DF93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686022"/>
            <a:ext cx="6909801" cy="5222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EF352D9-7BCC-436E-8520-E9D0BAAA1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CADF-BC9D-49D5-8A23-59E45CA94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r>
              <a:rPr lang="en-CA" b="1" u="sng" dirty="0"/>
              <a:t>Questions to ask yourself: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Do I need inheritance? Will this code be re-used a lot? If not, I can just define it separately in the child class.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Can I restructure my base classes?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Can I use composition instead?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EEBA64A-08C9-4EE7-A7DD-C4309E575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DA644F7-E61C-4BDD-9510-112510F64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CCBB3-3771-EC41-BD21-C3AB7A38C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68</a:t>
            </a:fld>
            <a:endParaRPr lang="en-US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F123FF3-6ECF-25EE-7ECA-EE1863C8B36E}"/>
              </a:ext>
            </a:extLst>
          </p:cNvPr>
          <p:cNvGrpSpPr/>
          <p:nvPr/>
        </p:nvGrpSpPr>
        <p:grpSpPr>
          <a:xfrm>
            <a:off x="8291892" y="164048"/>
            <a:ext cx="3563280" cy="1539720"/>
            <a:chOff x="8291892" y="164048"/>
            <a:chExt cx="3563280" cy="153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7D55D31-707B-A498-FE35-921F81238F4A}"/>
                    </a:ext>
                  </a:extLst>
                </p14:cNvPr>
                <p14:cNvContentPartPr/>
                <p14:nvPr/>
              </p14:nvContentPartPr>
              <p14:xfrm>
                <a:off x="10509132" y="899168"/>
                <a:ext cx="285120" cy="191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7D55D31-707B-A498-FE35-921F81238F4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503012" y="893048"/>
                  <a:ext cx="2973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5F54D63-4626-A964-52E5-1682A44C0F25}"/>
                    </a:ext>
                  </a:extLst>
                </p14:cNvPr>
                <p14:cNvContentPartPr/>
                <p14:nvPr/>
              </p14:nvContentPartPr>
              <p14:xfrm>
                <a:off x="10470972" y="996368"/>
                <a:ext cx="162360" cy="186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5F54D63-4626-A964-52E5-1682A44C0F2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464852" y="990248"/>
                  <a:ext cx="174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0E9BB9-DCD4-7076-992A-EA2108EE79DE}"/>
                    </a:ext>
                  </a:extLst>
                </p14:cNvPr>
                <p14:cNvContentPartPr/>
                <p14:nvPr/>
              </p14:nvContentPartPr>
              <p14:xfrm>
                <a:off x="10756812" y="1044608"/>
                <a:ext cx="39600" cy="158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0E9BB9-DCD4-7076-992A-EA2108EE79D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750692" y="1038488"/>
                  <a:ext cx="51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043BE44-B394-8893-2986-75CD65D447C5}"/>
                    </a:ext>
                  </a:extLst>
                </p14:cNvPr>
                <p14:cNvContentPartPr/>
                <p14:nvPr/>
              </p14:nvContentPartPr>
              <p14:xfrm>
                <a:off x="10868412" y="1117688"/>
                <a:ext cx="75960" cy="103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043BE44-B394-8893-2986-75CD65D447C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862292" y="1111568"/>
                  <a:ext cx="882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ED0ABFB-8F36-08F1-1349-F73DCE3EA8E3}"/>
                    </a:ext>
                  </a:extLst>
                </p14:cNvPr>
                <p14:cNvContentPartPr/>
                <p14:nvPr/>
              </p14:nvContentPartPr>
              <p14:xfrm>
                <a:off x="11009892" y="1167008"/>
                <a:ext cx="183240" cy="61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ED0ABFB-8F36-08F1-1349-F73DCE3EA8E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003772" y="1160888"/>
                  <a:ext cx="195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8C55CBC-E971-BDA5-44DA-1F430F3AB58E}"/>
                    </a:ext>
                  </a:extLst>
                </p14:cNvPr>
                <p14:cNvContentPartPr/>
                <p14:nvPr/>
              </p14:nvContentPartPr>
              <p14:xfrm>
                <a:off x="11379252" y="1057928"/>
                <a:ext cx="24840" cy="144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8C55CBC-E971-BDA5-44DA-1F430F3AB58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373132" y="1051808"/>
                  <a:ext cx="370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C38B7B5-F16E-28E9-008D-BA6716580E18}"/>
                    </a:ext>
                  </a:extLst>
                </p14:cNvPr>
                <p14:cNvContentPartPr/>
                <p14:nvPr/>
              </p14:nvContentPartPr>
              <p14:xfrm>
                <a:off x="11415972" y="972968"/>
                <a:ext cx="439200" cy="340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C38B7B5-F16E-28E9-008D-BA6716580E1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409852" y="966848"/>
                  <a:ext cx="4514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3911D06-27F1-CF0B-C029-D3691B2CBAD6}"/>
                    </a:ext>
                  </a:extLst>
                </p14:cNvPr>
                <p14:cNvContentPartPr/>
                <p14:nvPr/>
              </p14:nvContentPartPr>
              <p14:xfrm>
                <a:off x="8336892" y="521168"/>
                <a:ext cx="32400" cy="321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3911D06-27F1-CF0B-C029-D3691B2CBAD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30772" y="515048"/>
                  <a:ext cx="446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0F926AF-37BA-9129-0D7E-925C10C31690}"/>
                    </a:ext>
                  </a:extLst>
                </p14:cNvPr>
                <p14:cNvContentPartPr/>
                <p14:nvPr/>
              </p14:nvContentPartPr>
              <p14:xfrm>
                <a:off x="8342292" y="460328"/>
                <a:ext cx="454320" cy="406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0F926AF-37BA-9129-0D7E-925C10C3169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36172" y="454208"/>
                  <a:ext cx="46656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1F27A61-35B4-5D7E-6523-43C705850A2A}"/>
                    </a:ext>
                  </a:extLst>
                </p14:cNvPr>
                <p14:cNvContentPartPr/>
                <p14:nvPr/>
              </p14:nvContentPartPr>
              <p14:xfrm>
                <a:off x="8799132" y="713048"/>
                <a:ext cx="478800" cy="50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1F27A61-35B4-5D7E-6523-43C705850A2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793012" y="706928"/>
                  <a:ext cx="4910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361AB05-1B1E-29CB-157C-51169E40E440}"/>
                    </a:ext>
                  </a:extLst>
                </p14:cNvPr>
                <p14:cNvContentPartPr/>
                <p14:nvPr/>
              </p14:nvContentPartPr>
              <p14:xfrm>
                <a:off x="8745852" y="559688"/>
                <a:ext cx="228600" cy="284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61AB05-1B1E-29CB-157C-51169E40E4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739732" y="553568"/>
                  <a:ext cx="240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C5026B-33ED-FF65-62B6-5160ABE351D1}"/>
                    </a:ext>
                  </a:extLst>
                </p14:cNvPr>
                <p14:cNvContentPartPr/>
                <p14:nvPr/>
              </p14:nvContentPartPr>
              <p14:xfrm>
                <a:off x="9300972" y="475448"/>
                <a:ext cx="41760" cy="345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C5026B-33ED-FF65-62B6-5160ABE351D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94852" y="469328"/>
                  <a:ext cx="540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649E4B2-9F4D-6351-003D-5C5CA5922739}"/>
                    </a:ext>
                  </a:extLst>
                </p14:cNvPr>
                <p14:cNvContentPartPr/>
                <p14:nvPr/>
              </p14:nvContentPartPr>
              <p14:xfrm>
                <a:off x="9364332" y="458528"/>
                <a:ext cx="372960" cy="417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649E4B2-9F4D-6351-003D-5C5CA592273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58212" y="452408"/>
                  <a:ext cx="38520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7861997-9960-EC60-9AEE-AEA2A85FD40D}"/>
                    </a:ext>
                  </a:extLst>
                </p14:cNvPr>
                <p14:cNvContentPartPr/>
                <p14:nvPr/>
              </p14:nvContentPartPr>
              <p14:xfrm>
                <a:off x="8955732" y="898448"/>
                <a:ext cx="401040" cy="407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7861997-9960-EC60-9AEE-AEA2A85FD40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949612" y="892328"/>
                  <a:ext cx="4132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1623A43-A690-5595-396B-CE809BCF2BCA}"/>
                    </a:ext>
                  </a:extLst>
                </p14:cNvPr>
                <p14:cNvContentPartPr/>
                <p14:nvPr/>
              </p14:nvContentPartPr>
              <p14:xfrm>
                <a:off x="9561252" y="871448"/>
                <a:ext cx="176400" cy="130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1623A43-A690-5595-396B-CE809BCF2BC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55132" y="865328"/>
                  <a:ext cx="1886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1AA73BA-3E6D-8930-DFF1-9219AC141DCC}"/>
                    </a:ext>
                  </a:extLst>
                </p14:cNvPr>
                <p14:cNvContentPartPr/>
                <p14:nvPr/>
              </p14:nvContentPartPr>
              <p14:xfrm>
                <a:off x="9659532" y="1029488"/>
                <a:ext cx="25560" cy="19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1AA73BA-3E6D-8930-DFF1-9219AC141DC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653412" y="1023368"/>
                  <a:ext cx="378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6F49706-3884-288C-376C-C96401C8927C}"/>
                    </a:ext>
                  </a:extLst>
                </p14:cNvPr>
                <p14:cNvContentPartPr/>
                <p14:nvPr/>
              </p14:nvContentPartPr>
              <p14:xfrm>
                <a:off x="9801012" y="840128"/>
                <a:ext cx="183960" cy="177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6F49706-3884-288C-376C-C96401C8927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94892" y="834008"/>
                  <a:ext cx="1962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9F3451-20A0-FE42-485D-7FAD9E950DDD}"/>
                    </a:ext>
                  </a:extLst>
                </p14:cNvPr>
                <p14:cNvContentPartPr/>
                <p14:nvPr/>
              </p14:nvContentPartPr>
              <p14:xfrm>
                <a:off x="9907932" y="1019048"/>
                <a:ext cx="7920" cy="159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9F3451-20A0-FE42-485D-7FAD9E950DD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901812" y="1012928"/>
                  <a:ext cx="20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7DD17E3-9011-FCA8-0DA8-FF8645747A6E}"/>
                    </a:ext>
                  </a:extLst>
                </p14:cNvPr>
                <p14:cNvContentPartPr/>
                <p14:nvPr/>
              </p14:nvContentPartPr>
              <p14:xfrm>
                <a:off x="8818212" y="1243328"/>
                <a:ext cx="39240" cy="168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7DD17E3-9011-FCA8-0DA8-FF8645747A6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12092" y="1237208"/>
                  <a:ext cx="514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BC21776-BC02-4569-2D59-90BEDBDD8BBC}"/>
                    </a:ext>
                  </a:extLst>
                </p14:cNvPr>
                <p14:cNvContentPartPr/>
                <p14:nvPr/>
              </p14:nvContentPartPr>
              <p14:xfrm>
                <a:off x="8856372" y="1211288"/>
                <a:ext cx="384120" cy="189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BC21776-BC02-4569-2D59-90BEDBDD8BB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850252" y="1205168"/>
                  <a:ext cx="3963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8124E66-4F71-921C-AAD4-8E4D4B17F292}"/>
                    </a:ext>
                  </a:extLst>
                </p14:cNvPr>
                <p14:cNvContentPartPr/>
                <p14:nvPr/>
              </p14:nvContentPartPr>
              <p14:xfrm>
                <a:off x="9465492" y="1264208"/>
                <a:ext cx="34920" cy="132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8124E66-4F71-921C-AAD4-8E4D4B17F29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459372" y="1258088"/>
                  <a:ext cx="47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2E55E0D-6447-91AF-14B9-441F4F19000F}"/>
                    </a:ext>
                  </a:extLst>
                </p14:cNvPr>
                <p14:cNvContentPartPr/>
                <p14:nvPr/>
              </p14:nvContentPartPr>
              <p14:xfrm>
                <a:off x="9508332" y="1196528"/>
                <a:ext cx="300960" cy="193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2E55E0D-6447-91AF-14B9-441F4F19000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502212" y="1190408"/>
                  <a:ext cx="3132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012894C-92BA-E466-6F69-F807136C734A}"/>
                    </a:ext>
                  </a:extLst>
                </p14:cNvPr>
                <p14:cNvContentPartPr/>
                <p14:nvPr/>
              </p14:nvContentPartPr>
              <p14:xfrm>
                <a:off x="9882372" y="1235408"/>
                <a:ext cx="34200" cy="173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012894C-92BA-E466-6F69-F807136C734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876252" y="1229288"/>
                  <a:ext cx="46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8DE3972-7E03-74D0-9D14-D10874A8E989}"/>
                    </a:ext>
                  </a:extLst>
                </p14:cNvPr>
                <p14:cNvContentPartPr/>
                <p14:nvPr/>
              </p14:nvContentPartPr>
              <p14:xfrm>
                <a:off x="9904332" y="1198328"/>
                <a:ext cx="322200" cy="205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8DE3972-7E03-74D0-9D14-D10874A8E98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898212" y="1192208"/>
                  <a:ext cx="3344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D77907F-40BD-FFFD-F335-48570865B52C}"/>
                    </a:ext>
                  </a:extLst>
                </p14:cNvPr>
                <p14:cNvContentPartPr/>
                <p14:nvPr/>
              </p14:nvContentPartPr>
              <p14:xfrm>
                <a:off x="8291892" y="164048"/>
                <a:ext cx="131760" cy="181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D77907F-40BD-FFFD-F335-48570865B52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85772" y="157928"/>
                  <a:ext cx="1440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4BE7148-E61C-325C-F1D8-6A6793D7FBA8}"/>
                    </a:ext>
                  </a:extLst>
                </p14:cNvPr>
                <p14:cNvContentPartPr/>
                <p14:nvPr/>
              </p14:nvContentPartPr>
              <p14:xfrm>
                <a:off x="8456412" y="236048"/>
                <a:ext cx="59760" cy="120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4BE7148-E61C-325C-F1D8-6A6793D7FBA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450292" y="229928"/>
                  <a:ext cx="720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D537E06-5FEF-41F4-1BD3-A50A93C85A8C}"/>
                    </a:ext>
                  </a:extLst>
                </p14:cNvPr>
                <p14:cNvContentPartPr/>
                <p14:nvPr/>
              </p14:nvContentPartPr>
              <p14:xfrm>
                <a:off x="8519052" y="245408"/>
                <a:ext cx="341640" cy="114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D537E06-5FEF-41F4-1BD3-A50A93C85A8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12932" y="239288"/>
                  <a:ext cx="353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559B433-0A8A-1EA7-CE6B-D02D36B887CA}"/>
                    </a:ext>
                  </a:extLst>
                </p14:cNvPr>
                <p14:cNvContentPartPr/>
                <p14:nvPr/>
              </p14:nvContentPartPr>
              <p14:xfrm>
                <a:off x="8722452" y="1354208"/>
                <a:ext cx="168480" cy="339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559B433-0A8A-1EA7-CE6B-D02D36B887C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716332" y="1348088"/>
                  <a:ext cx="18072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1159F2D-98BA-B8B1-F27B-E4B5B4BA62A2}"/>
                    </a:ext>
                  </a:extLst>
                </p14:cNvPr>
                <p14:cNvContentPartPr/>
                <p14:nvPr/>
              </p14:nvContentPartPr>
              <p14:xfrm>
                <a:off x="8757732" y="1310648"/>
                <a:ext cx="549360" cy="393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1159F2D-98BA-B8B1-F27B-E4B5B4BA62A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51612" y="1304528"/>
                  <a:ext cx="56160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E163A16-BBD7-B8FE-A939-9E45B895DB37}"/>
                    </a:ext>
                  </a:extLst>
                </p14:cNvPr>
                <p14:cNvContentPartPr/>
                <p14:nvPr/>
              </p14:nvContentPartPr>
              <p14:xfrm>
                <a:off x="9464772" y="170888"/>
                <a:ext cx="102240" cy="173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E163A16-BBD7-B8FE-A939-9E45B895DB3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458652" y="164768"/>
                  <a:ext cx="114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7FAEDF5-89CA-24F3-081F-D2693100716B}"/>
                    </a:ext>
                  </a:extLst>
                </p14:cNvPr>
                <p14:cNvContentPartPr/>
                <p14:nvPr/>
              </p14:nvContentPartPr>
              <p14:xfrm>
                <a:off x="9610572" y="228488"/>
                <a:ext cx="71280" cy="153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7FAEDF5-89CA-24F3-081F-D2693100716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604452" y="222368"/>
                  <a:ext cx="83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B5974D4-D631-BA19-F8A2-4767CD63BF20}"/>
                    </a:ext>
                  </a:extLst>
                </p14:cNvPr>
                <p14:cNvContentPartPr/>
                <p14:nvPr/>
              </p14:nvContentPartPr>
              <p14:xfrm>
                <a:off x="9672852" y="300128"/>
                <a:ext cx="170280" cy="76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B5974D4-D631-BA19-F8A2-4767CD63BF2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666732" y="294008"/>
                  <a:ext cx="1825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4CB1A7C-F544-543F-0016-C9794635AA31}"/>
                    </a:ext>
                  </a:extLst>
                </p14:cNvPr>
                <p14:cNvContentPartPr/>
                <p14:nvPr/>
              </p14:nvContentPartPr>
              <p14:xfrm>
                <a:off x="9902172" y="283568"/>
                <a:ext cx="115560" cy="26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4CB1A7C-F544-543F-0016-C9794635AA3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96052" y="277448"/>
                  <a:ext cx="12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266CD3B-DEED-AE62-8C78-FF3EA68F8905}"/>
                    </a:ext>
                  </a:extLst>
                </p14:cNvPr>
                <p14:cNvContentPartPr/>
                <p14:nvPr/>
              </p14:nvContentPartPr>
              <p14:xfrm>
                <a:off x="10074972" y="164408"/>
                <a:ext cx="11520" cy="210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266CD3B-DEED-AE62-8C78-FF3EA68F890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68852" y="158288"/>
                  <a:ext cx="23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2D9D9F7-B66B-FBF2-3B01-39AB14376784}"/>
                    </a:ext>
                  </a:extLst>
                </p14:cNvPr>
                <p14:cNvContentPartPr/>
                <p14:nvPr/>
              </p14:nvContentPartPr>
              <p14:xfrm>
                <a:off x="10053732" y="292928"/>
                <a:ext cx="61920" cy="9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2D9D9F7-B66B-FBF2-3B01-39AB1437678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047612" y="286808"/>
                  <a:ext cx="741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DFD8C28-2C79-4842-9F88-7884C192DF73}"/>
                    </a:ext>
                  </a:extLst>
                </p14:cNvPr>
                <p14:cNvContentPartPr/>
                <p14:nvPr/>
              </p14:nvContentPartPr>
              <p14:xfrm>
                <a:off x="10167852" y="273488"/>
                <a:ext cx="102960" cy="129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DFD8C28-2C79-4842-9F88-7884C192DF7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161732" y="267368"/>
                  <a:ext cx="1152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5E02D5D-0E36-51FC-7279-32AB8982BF8F}"/>
                    </a:ext>
                  </a:extLst>
                </p14:cNvPr>
                <p14:cNvContentPartPr/>
                <p14:nvPr/>
              </p14:nvContentPartPr>
              <p14:xfrm>
                <a:off x="10283052" y="169448"/>
                <a:ext cx="60840" cy="397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5E02D5D-0E36-51FC-7279-32AB8982BF8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276932" y="163328"/>
                  <a:ext cx="730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EF42F5D-16BD-BE70-9DCA-5EC8090AC4D7}"/>
                    </a:ext>
                  </a:extLst>
                </p14:cNvPr>
                <p14:cNvContentPartPr/>
                <p14:nvPr/>
              </p14:nvContentPartPr>
              <p14:xfrm>
                <a:off x="10379172" y="303728"/>
                <a:ext cx="129960" cy="151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EF42F5D-16BD-BE70-9DCA-5EC8090AC4D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373052" y="297608"/>
                  <a:ext cx="142200" cy="163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5898082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4403</TotalTime>
  <Words>5847</Words>
  <Application>Microsoft Office PowerPoint</Application>
  <PresentationFormat>Widescreen</PresentationFormat>
  <Paragraphs>643</Paragraphs>
  <Slides>68</Slides>
  <Notes>11</Notes>
  <HiddenSlides>29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Arial</vt:lpstr>
      <vt:lpstr>Arial Unicode MS</vt:lpstr>
      <vt:lpstr>Calibri</vt:lpstr>
      <vt:lpstr>Calibri Light</vt:lpstr>
      <vt:lpstr>Consolas</vt:lpstr>
      <vt:lpstr>Courier</vt:lpstr>
      <vt:lpstr>Rockwell</vt:lpstr>
      <vt:lpstr>Wingdings</vt:lpstr>
      <vt:lpstr>Retrospect</vt:lpstr>
      <vt:lpstr>Multiple Inheritance</vt:lpstr>
      <vt:lpstr>Recap</vt:lpstr>
      <vt:lpstr>Unpacking</vt:lpstr>
      <vt:lpstr>Unpacking</vt:lpstr>
      <vt:lpstr>Unpacking</vt:lpstr>
      <vt:lpstr>Unpacking</vt:lpstr>
      <vt:lpstr>Unpacking </vt:lpstr>
      <vt:lpstr>Unpacking </vt:lpstr>
      <vt:lpstr>Variable Keyword Arguments</vt:lpstr>
      <vt:lpstr>Variable Keyword Arguments</vt:lpstr>
      <vt:lpstr>Recall: Named Arguments</vt:lpstr>
      <vt:lpstr>Variable Keyword Arguments</vt:lpstr>
      <vt:lpstr>Variable Keyword Arguments</vt:lpstr>
      <vt:lpstr>Variable Keyword Arguments</vt:lpstr>
      <vt:lpstr>Variable Keyword Arguments</vt:lpstr>
      <vt:lpstr>Variable Keyword Arguments</vt:lpstr>
      <vt:lpstr>Variable Keyword Arguments</vt:lpstr>
      <vt:lpstr>Multiple Inheritance</vt:lpstr>
      <vt:lpstr>Multiple Inheritance</vt:lpstr>
      <vt:lpstr>Multiple Inheritance</vt:lpstr>
      <vt:lpstr>Rule of Thumb</vt:lpstr>
      <vt:lpstr>RECAP: Interface Segregation Principle</vt:lpstr>
      <vt:lpstr>The Diamond Problem</vt:lpstr>
      <vt:lpstr>The Diamond Problem</vt:lpstr>
      <vt:lpstr>The Diamond Problem</vt:lpstr>
      <vt:lpstr>The Diamond Problem</vt:lpstr>
      <vt:lpstr>The Diamond Problem</vt:lpstr>
      <vt:lpstr>The Diamond Problem</vt:lpstr>
      <vt:lpstr>The Diamond Problem</vt:lpstr>
      <vt:lpstr>The Diamond Problem</vt:lpstr>
      <vt:lpstr>Method Resolution Order</vt:lpstr>
      <vt:lpstr>Method Resolution Order</vt:lpstr>
      <vt:lpstr>Method Resolution Order</vt:lpstr>
      <vt:lpstr>Method Resolution Order</vt:lpstr>
      <vt:lpstr>MRO: Rules</vt:lpstr>
      <vt:lpstr>MRO: Rules</vt:lpstr>
      <vt:lpstr>MRO: Rules</vt:lpstr>
      <vt:lpstr>MRO: Rules</vt:lpstr>
      <vt:lpstr>MRO: Rules</vt:lpstr>
      <vt:lpstr>MRO: Rules - Solution</vt:lpstr>
      <vt:lpstr>MRO: Rules - Solution</vt:lpstr>
      <vt:lpstr>MRO: What would the MRO be?</vt:lpstr>
      <vt:lpstr>MRO: What would the MRO be?</vt:lpstr>
      <vt:lpstr>Try finding out the MRO of this MONSTER</vt:lpstr>
      <vt:lpstr>Try finding out the MRO of this MONSTER</vt:lpstr>
      <vt:lpstr>Try finding out the MRO of this MONSTER</vt:lpstr>
      <vt:lpstr>Try finding out the MRO of this MONSTER</vt:lpstr>
      <vt:lpstr>Try finding out the MRO of this MONSTER</vt:lpstr>
      <vt:lpstr>Try finding out the MRO of this MONSTER</vt:lpstr>
      <vt:lpstr>Try finding out the MRO of this MONSTER</vt:lpstr>
      <vt:lpstr>Try finding out the MRO of this MONSTER</vt:lpstr>
      <vt:lpstr>Try finding out the MRO of this MONSTER</vt:lpstr>
      <vt:lpstr>Try finding out the MRO of this MONSTER</vt:lpstr>
      <vt:lpstr>Try finding out the MRO of this MONSTER</vt:lpstr>
      <vt:lpstr>Try finding out the MRO of this MONSTER</vt:lpstr>
      <vt:lpstr>Try finding out the MRO of this MONSTER</vt:lpstr>
      <vt:lpstr>Try finding out the MRO of this MONSTER</vt:lpstr>
      <vt:lpstr>Try finding out the MRO of this MONSTER</vt:lpstr>
      <vt:lpstr>Try finding out the MRO of this MONSTER</vt:lpstr>
      <vt:lpstr>Mix-Ins</vt:lpstr>
      <vt:lpstr>Mixins</vt:lpstr>
      <vt:lpstr>Mixins</vt:lpstr>
      <vt:lpstr>Mixin – Another Example</vt:lpstr>
      <vt:lpstr>Benefits of Mixins</vt:lpstr>
      <vt:lpstr>Interface Segregation Principle</vt:lpstr>
      <vt:lpstr>Interface Segregation Principle</vt:lpstr>
      <vt:lpstr>Multiple Inheritance Alternatives</vt:lpstr>
      <vt:lpstr>Alternatives?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Inheritance</dc:title>
  <dc:creator>Rahul Kukreja</dc:creator>
  <cp:lastModifiedBy>Nabil Al-Rousan</cp:lastModifiedBy>
  <cp:revision>160</cp:revision>
  <cp:lastPrinted>2019-09-26T22:37:00Z</cp:lastPrinted>
  <dcterms:created xsi:type="dcterms:W3CDTF">2019-09-26T22:36:29Z</dcterms:created>
  <dcterms:modified xsi:type="dcterms:W3CDTF">2026-01-29T21:16:49Z</dcterms:modified>
</cp:coreProperties>
</file>