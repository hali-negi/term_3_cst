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3"/>
  </p:notesMasterIdLst>
  <p:sldIdLst>
    <p:sldId id="256" r:id="rId2"/>
    <p:sldId id="1411" r:id="rId3"/>
    <p:sldId id="678" r:id="rId4"/>
    <p:sldId id="679" r:id="rId5"/>
    <p:sldId id="1410" r:id="rId6"/>
    <p:sldId id="1409" r:id="rId7"/>
    <p:sldId id="1451" r:id="rId8"/>
    <p:sldId id="1313" r:id="rId9"/>
    <p:sldId id="674" r:id="rId10"/>
    <p:sldId id="676" r:id="rId11"/>
    <p:sldId id="1145" r:id="rId12"/>
    <p:sldId id="1148" r:id="rId13"/>
    <p:sldId id="1149" r:id="rId14"/>
    <p:sldId id="677" r:id="rId15"/>
    <p:sldId id="1452" r:id="rId16"/>
    <p:sldId id="1412" r:id="rId17"/>
    <p:sldId id="1413" r:id="rId18"/>
    <p:sldId id="1218" r:id="rId19"/>
    <p:sldId id="1220" r:id="rId20"/>
    <p:sldId id="1219" r:id="rId21"/>
    <p:sldId id="1431" r:id="rId22"/>
    <p:sldId id="1432" r:id="rId23"/>
    <p:sldId id="1433" r:id="rId24"/>
    <p:sldId id="1453" r:id="rId25"/>
    <p:sldId id="1454" r:id="rId26"/>
    <p:sldId id="1455" r:id="rId27"/>
    <p:sldId id="1303" r:id="rId28"/>
    <p:sldId id="1359" r:id="rId29"/>
    <p:sldId id="1329" r:id="rId30"/>
    <p:sldId id="1469" r:id="rId31"/>
    <p:sldId id="1331" r:id="rId32"/>
    <p:sldId id="1330" r:id="rId33"/>
    <p:sldId id="1332" r:id="rId34"/>
    <p:sldId id="1417" r:id="rId35"/>
    <p:sldId id="1416" r:id="rId36"/>
    <p:sldId id="1418" r:id="rId37"/>
    <p:sldId id="1419" r:id="rId38"/>
    <p:sldId id="1420" r:id="rId39"/>
    <p:sldId id="1427" r:id="rId40"/>
    <p:sldId id="1423" r:id="rId41"/>
    <p:sldId id="1436" r:id="rId42"/>
    <p:sldId id="1437" r:id="rId43"/>
    <p:sldId id="1439" r:id="rId44"/>
    <p:sldId id="1440" r:id="rId45"/>
    <p:sldId id="1441" r:id="rId46"/>
    <p:sldId id="1442" r:id="rId47"/>
    <p:sldId id="1443" r:id="rId48"/>
    <p:sldId id="1444" r:id="rId49"/>
    <p:sldId id="1445" r:id="rId50"/>
    <p:sldId id="1425" r:id="rId51"/>
    <p:sldId id="1429" r:id="rId52"/>
    <p:sldId id="1448" r:id="rId53"/>
    <p:sldId id="1449" r:id="rId54"/>
    <p:sldId id="1422" r:id="rId55"/>
    <p:sldId id="1434" r:id="rId56"/>
    <p:sldId id="1435" r:id="rId57"/>
    <p:sldId id="1450" r:id="rId58"/>
    <p:sldId id="1424" r:id="rId59"/>
    <p:sldId id="1456" r:id="rId60"/>
    <p:sldId id="1457" r:id="rId61"/>
    <p:sldId id="1458" r:id="rId62"/>
    <p:sldId id="1459" r:id="rId63"/>
    <p:sldId id="1460" r:id="rId64"/>
    <p:sldId id="1461" r:id="rId65"/>
    <p:sldId id="1462" r:id="rId66"/>
    <p:sldId id="1463" r:id="rId67"/>
    <p:sldId id="1464" r:id="rId68"/>
    <p:sldId id="1465" r:id="rId69"/>
    <p:sldId id="1466" r:id="rId70"/>
    <p:sldId id="1467" r:id="rId71"/>
    <p:sldId id="1468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C52B1B-8552-4EA8-9F30-F71A1F646BFC}">
          <p14:sldIdLst>
            <p14:sldId id="256"/>
            <p14:sldId id="1411"/>
            <p14:sldId id="678"/>
            <p14:sldId id="679"/>
            <p14:sldId id="1410"/>
            <p14:sldId id="1409"/>
            <p14:sldId id="1451"/>
            <p14:sldId id="1313"/>
            <p14:sldId id="674"/>
            <p14:sldId id="676"/>
            <p14:sldId id="1145"/>
            <p14:sldId id="1148"/>
            <p14:sldId id="1149"/>
            <p14:sldId id="677"/>
            <p14:sldId id="1452"/>
            <p14:sldId id="1412"/>
            <p14:sldId id="1413"/>
            <p14:sldId id="1218"/>
            <p14:sldId id="1220"/>
            <p14:sldId id="1219"/>
            <p14:sldId id="1431"/>
            <p14:sldId id="1432"/>
            <p14:sldId id="1433"/>
            <p14:sldId id="1453"/>
            <p14:sldId id="1454"/>
            <p14:sldId id="1455"/>
            <p14:sldId id="1303"/>
            <p14:sldId id="1359"/>
            <p14:sldId id="1329"/>
            <p14:sldId id="1469"/>
            <p14:sldId id="1331"/>
            <p14:sldId id="1330"/>
            <p14:sldId id="1332"/>
            <p14:sldId id="1417"/>
            <p14:sldId id="1416"/>
            <p14:sldId id="1418"/>
            <p14:sldId id="1419"/>
            <p14:sldId id="1420"/>
            <p14:sldId id="1427"/>
            <p14:sldId id="1423"/>
            <p14:sldId id="1436"/>
            <p14:sldId id="1437"/>
            <p14:sldId id="1439"/>
            <p14:sldId id="1440"/>
            <p14:sldId id="1441"/>
            <p14:sldId id="1442"/>
            <p14:sldId id="1443"/>
            <p14:sldId id="1444"/>
            <p14:sldId id="1445"/>
            <p14:sldId id="1425"/>
            <p14:sldId id="1429"/>
            <p14:sldId id="1448"/>
            <p14:sldId id="1449"/>
            <p14:sldId id="1422"/>
            <p14:sldId id="1434"/>
            <p14:sldId id="1435"/>
            <p14:sldId id="1450"/>
            <p14:sldId id="1424"/>
            <p14:sldId id="1456"/>
            <p14:sldId id="1457"/>
            <p14:sldId id="1458"/>
            <p14:sldId id="1459"/>
            <p14:sldId id="1460"/>
            <p14:sldId id="1461"/>
            <p14:sldId id="1462"/>
            <p14:sldId id="1463"/>
            <p14:sldId id="1464"/>
            <p14:sldId id="1465"/>
            <p14:sldId id="1466"/>
            <p14:sldId id="1467"/>
            <p14:sldId id="14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3" autoAdjust="0"/>
    <p:restoredTop sz="93725" autoAdjust="0"/>
  </p:normalViewPr>
  <p:slideViewPr>
    <p:cSldViewPr snapToGrid="0">
      <p:cViewPr varScale="1">
        <p:scale>
          <a:sx n="95" d="100"/>
          <a:sy n="95" d="100"/>
        </p:scale>
        <p:origin x="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02A55C-9323-4718-A139-C395814DB7FE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B8E3A03-CCAB-4E74-840F-02B1378E4623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breakfast = ["0 - Eggs", "1 - Toast", "2 - Granola", "3 - Yoghurt", "4 - Banana", "5 - Orange",</a:t>
          </a:r>
          <a:br>
            <a:rPr lang="en-CA" sz="2000" dirty="0">
              <a:solidFill>
                <a:schemeClr val="tx1"/>
              </a:solidFill>
            </a:rPr>
          </a:br>
          <a:r>
            <a:rPr lang="en-CA" sz="2000" dirty="0">
              <a:solidFill>
                <a:schemeClr val="tx1"/>
              </a:solidFill>
            </a:rPr>
            <a:t>                              "6 - Juice"]</a:t>
          </a:r>
          <a:endParaRPr lang="en-US" sz="2000" dirty="0">
            <a:solidFill>
              <a:schemeClr val="tx1"/>
            </a:solidFill>
          </a:endParaRPr>
        </a:p>
      </dgm:t>
    </dgm:pt>
    <dgm:pt modelId="{896670BE-7453-4ACF-B7E7-8FB590DAAA56}" type="parTrans" cxnId="{945F6B4B-B5FF-4279-9171-1ED012DDD758}">
      <dgm:prSet/>
      <dgm:spPr/>
      <dgm:t>
        <a:bodyPr/>
        <a:lstStyle/>
        <a:p>
          <a:endParaRPr lang="en-US"/>
        </a:p>
      </dgm:t>
    </dgm:pt>
    <dgm:pt modelId="{579D7E6C-9D91-4104-9B08-EC6F729143CE}" type="sibTrans" cxnId="{945F6B4B-B5FF-4279-9171-1ED012DDD758}">
      <dgm:prSet/>
      <dgm:spPr/>
      <dgm:t>
        <a:bodyPr/>
        <a:lstStyle/>
        <a:p>
          <a:endParaRPr lang="en-US"/>
        </a:p>
      </dgm:t>
    </dgm:pt>
    <dgm:pt modelId="{CC5161E2-AB97-44AE-A750-CB8DDCE193E9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print(breakfast[:5])</a:t>
          </a:r>
          <a:endParaRPr lang="en-US" sz="2000" dirty="0">
            <a:solidFill>
              <a:schemeClr val="tx1"/>
            </a:solidFill>
          </a:endParaRPr>
        </a:p>
      </dgm:t>
    </dgm:pt>
    <dgm:pt modelId="{39A01828-FFE8-4AE7-A724-784C1DC79038}" type="parTrans" cxnId="{A5B95902-F2C1-46A2-B2A2-D930F8CAF56D}">
      <dgm:prSet/>
      <dgm:spPr/>
      <dgm:t>
        <a:bodyPr/>
        <a:lstStyle/>
        <a:p>
          <a:endParaRPr lang="en-US"/>
        </a:p>
      </dgm:t>
    </dgm:pt>
    <dgm:pt modelId="{F5F1B1BC-37F1-46CE-A686-08D69DC33708}" type="sibTrans" cxnId="{A5B95902-F2C1-46A2-B2A2-D930F8CAF56D}">
      <dgm:prSet/>
      <dgm:spPr/>
      <dgm:t>
        <a:bodyPr/>
        <a:lstStyle/>
        <a:p>
          <a:endParaRPr lang="en-US"/>
        </a:p>
      </dgm:t>
    </dgm:pt>
    <dgm:pt modelId="{A2D106C5-58A5-4AB5-B084-C75E37A4E07B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print(breakfast[2:])</a:t>
          </a:r>
          <a:endParaRPr lang="en-US" sz="2000" dirty="0">
            <a:solidFill>
              <a:schemeClr val="tx1"/>
            </a:solidFill>
          </a:endParaRPr>
        </a:p>
      </dgm:t>
    </dgm:pt>
    <dgm:pt modelId="{10492E42-8359-4821-86B4-57CC0E7BB07F}" type="parTrans" cxnId="{63784CED-9365-4067-86A9-60FDBB5E65AF}">
      <dgm:prSet/>
      <dgm:spPr/>
      <dgm:t>
        <a:bodyPr/>
        <a:lstStyle/>
        <a:p>
          <a:endParaRPr lang="en-US"/>
        </a:p>
      </dgm:t>
    </dgm:pt>
    <dgm:pt modelId="{13FB040F-3FE3-400A-AA75-89E51595B276}" type="sibTrans" cxnId="{63784CED-9365-4067-86A9-60FDBB5E65AF}">
      <dgm:prSet/>
      <dgm:spPr/>
      <dgm:t>
        <a:bodyPr/>
        <a:lstStyle/>
        <a:p>
          <a:endParaRPr lang="en-US"/>
        </a:p>
      </dgm:t>
    </dgm:pt>
    <dgm:pt modelId="{4C0B4909-1117-4FD8-89F4-52405240E150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print(breakfast[2:5])</a:t>
          </a:r>
          <a:endParaRPr lang="en-US" sz="2000" dirty="0">
            <a:solidFill>
              <a:schemeClr val="tx1"/>
            </a:solidFill>
          </a:endParaRPr>
        </a:p>
      </dgm:t>
    </dgm:pt>
    <dgm:pt modelId="{BA2B155E-510F-4730-8E18-6901CE7F5A06}" type="parTrans" cxnId="{FB75723F-FE5B-4BE0-91D5-309DB4BF91F0}">
      <dgm:prSet/>
      <dgm:spPr/>
      <dgm:t>
        <a:bodyPr/>
        <a:lstStyle/>
        <a:p>
          <a:endParaRPr lang="en-US"/>
        </a:p>
      </dgm:t>
    </dgm:pt>
    <dgm:pt modelId="{E46BC5AD-02F0-486F-A3F2-F3FD10E112FF}" type="sibTrans" cxnId="{FB75723F-FE5B-4BE0-91D5-309DB4BF91F0}">
      <dgm:prSet/>
      <dgm:spPr/>
      <dgm:t>
        <a:bodyPr/>
        <a:lstStyle/>
        <a:p>
          <a:endParaRPr lang="en-US"/>
        </a:p>
      </dgm:t>
    </dgm:pt>
    <dgm:pt modelId="{BFA93C5A-6DAF-4B1E-9EE9-D99FB6FDD79E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print(breakfast[2:5:2])</a:t>
          </a:r>
          <a:endParaRPr lang="en-US" sz="2000" dirty="0">
            <a:solidFill>
              <a:schemeClr val="tx1"/>
            </a:solidFill>
          </a:endParaRPr>
        </a:p>
      </dgm:t>
    </dgm:pt>
    <dgm:pt modelId="{CE6FA8AA-C46F-4F81-83A4-6C66694B07B5}" type="parTrans" cxnId="{259F5BEB-78FD-43BE-B3C7-14EFB9B0B35A}">
      <dgm:prSet/>
      <dgm:spPr/>
      <dgm:t>
        <a:bodyPr/>
        <a:lstStyle/>
        <a:p>
          <a:endParaRPr lang="en-US"/>
        </a:p>
      </dgm:t>
    </dgm:pt>
    <dgm:pt modelId="{2DD2ABAA-8DAE-4EBE-A24D-77689CB1AE74}" type="sibTrans" cxnId="{259F5BEB-78FD-43BE-B3C7-14EFB9B0B35A}">
      <dgm:prSet/>
      <dgm:spPr/>
      <dgm:t>
        <a:bodyPr/>
        <a:lstStyle/>
        <a:p>
          <a:endParaRPr lang="en-US"/>
        </a:p>
      </dgm:t>
    </dgm:pt>
    <dgm:pt modelId="{1465F6FB-1CE3-4812-9E77-01E762B82067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print(breakfast[5:2:-1])</a:t>
          </a:r>
          <a:endParaRPr lang="en-US" sz="2000" dirty="0">
            <a:solidFill>
              <a:schemeClr val="tx1"/>
            </a:solidFill>
          </a:endParaRPr>
        </a:p>
      </dgm:t>
    </dgm:pt>
    <dgm:pt modelId="{189E7BBB-EADC-486E-9DCB-06D9A7BC6ED5}" type="parTrans" cxnId="{BA266F36-2E7F-4416-B02C-13E5C02DB5D6}">
      <dgm:prSet/>
      <dgm:spPr/>
      <dgm:t>
        <a:bodyPr/>
        <a:lstStyle/>
        <a:p>
          <a:endParaRPr lang="en-US"/>
        </a:p>
      </dgm:t>
    </dgm:pt>
    <dgm:pt modelId="{73B85451-285F-4134-84C8-941B050A4B8D}" type="sibTrans" cxnId="{BA266F36-2E7F-4416-B02C-13E5C02DB5D6}">
      <dgm:prSet/>
      <dgm:spPr/>
      <dgm:t>
        <a:bodyPr/>
        <a:lstStyle/>
        <a:p>
          <a:endParaRPr lang="en-US"/>
        </a:p>
      </dgm:t>
    </dgm:pt>
    <dgm:pt modelId="{E04AC75D-477B-5D4D-8783-DF195C49467E}" type="pres">
      <dgm:prSet presAssocID="{9202A55C-9323-4718-A139-C395814DB7FE}" presName="linear" presStyleCnt="0">
        <dgm:presLayoutVars>
          <dgm:animLvl val="lvl"/>
          <dgm:resizeHandles val="exact"/>
        </dgm:presLayoutVars>
      </dgm:prSet>
      <dgm:spPr/>
    </dgm:pt>
    <dgm:pt modelId="{938A56B1-2E58-E544-906A-3911DB505491}" type="pres">
      <dgm:prSet presAssocID="{7B8E3A03-CCAB-4E74-840F-02B1378E462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1B7CCC7-C286-EA4D-8B86-016E184FBD16}" type="pres">
      <dgm:prSet presAssocID="{579D7E6C-9D91-4104-9B08-EC6F729143CE}" presName="spacer" presStyleCnt="0"/>
      <dgm:spPr/>
    </dgm:pt>
    <dgm:pt modelId="{D54F96D8-6ACC-6748-914F-DD7B19EC7075}" type="pres">
      <dgm:prSet presAssocID="{CC5161E2-AB97-44AE-A750-CB8DDCE193E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7A803DD-8022-9844-AFB8-31DF160F2D5A}" type="pres">
      <dgm:prSet presAssocID="{F5F1B1BC-37F1-46CE-A686-08D69DC33708}" presName="spacer" presStyleCnt="0"/>
      <dgm:spPr/>
    </dgm:pt>
    <dgm:pt modelId="{4E775A84-328A-B34B-9A3E-084856FEEE40}" type="pres">
      <dgm:prSet presAssocID="{A2D106C5-58A5-4AB5-B084-C75E37A4E07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3EEC818-98D9-D547-81B0-984057336337}" type="pres">
      <dgm:prSet presAssocID="{13FB040F-3FE3-400A-AA75-89E51595B276}" presName="spacer" presStyleCnt="0"/>
      <dgm:spPr/>
    </dgm:pt>
    <dgm:pt modelId="{88507273-D5C3-8643-86DA-066AE3EB3580}" type="pres">
      <dgm:prSet presAssocID="{4C0B4909-1117-4FD8-89F4-52405240E15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B188DF3-A962-8040-A59B-4C800ECB2C8C}" type="pres">
      <dgm:prSet presAssocID="{E46BC5AD-02F0-486F-A3F2-F3FD10E112FF}" presName="spacer" presStyleCnt="0"/>
      <dgm:spPr/>
    </dgm:pt>
    <dgm:pt modelId="{C7634306-888D-9547-A478-0EE63E888CFE}" type="pres">
      <dgm:prSet presAssocID="{BFA93C5A-6DAF-4B1E-9EE9-D99FB6FDD79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0E479AE-B3C9-0544-AD3B-71D431F9225D}" type="pres">
      <dgm:prSet presAssocID="{2DD2ABAA-8DAE-4EBE-A24D-77689CB1AE74}" presName="spacer" presStyleCnt="0"/>
      <dgm:spPr/>
    </dgm:pt>
    <dgm:pt modelId="{D1659C20-4050-F145-8693-0E6D5F0A18AC}" type="pres">
      <dgm:prSet presAssocID="{1465F6FB-1CE3-4812-9E77-01E762B8206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5B95902-F2C1-46A2-B2A2-D930F8CAF56D}" srcId="{9202A55C-9323-4718-A139-C395814DB7FE}" destId="{CC5161E2-AB97-44AE-A750-CB8DDCE193E9}" srcOrd="1" destOrd="0" parTransId="{39A01828-FFE8-4AE7-A724-784C1DC79038}" sibTransId="{F5F1B1BC-37F1-46CE-A686-08D69DC33708}"/>
    <dgm:cxn modelId="{1D45A00B-49DB-3A47-B5DF-59162D3B0F26}" type="presOf" srcId="{1465F6FB-1CE3-4812-9E77-01E762B82067}" destId="{D1659C20-4050-F145-8693-0E6D5F0A18AC}" srcOrd="0" destOrd="0" presId="urn:microsoft.com/office/officeart/2005/8/layout/vList2"/>
    <dgm:cxn modelId="{BF74A00F-0DF8-6342-9FF8-A1789CEA2651}" type="presOf" srcId="{7B8E3A03-CCAB-4E74-840F-02B1378E4623}" destId="{938A56B1-2E58-E544-906A-3911DB505491}" srcOrd="0" destOrd="0" presId="urn:microsoft.com/office/officeart/2005/8/layout/vList2"/>
    <dgm:cxn modelId="{BA266F36-2E7F-4416-B02C-13E5C02DB5D6}" srcId="{9202A55C-9323-4718-A139-C395814DB7FE}" destId="{1465F6FB-1CE3-4812-9E77-01E762B82067}" srcOrd="5" destOrd="0" parTransId="{189E7BBB-EADC-486E-9DCB-06D9A7BC6ED5}" sibTransId="{73B85451-285F-4134-84C8-941B050A4B8D}"/>
    <dgm:cxn modelId="{9274573E-A2BB-1B42-A28C-DFB8A5C80892}" type="presOf" srcId="{A2D106C5-58A5-4AB5-B084-C75E37A4E07B}" destId="{4E775A84-328A-B34B-9A3E-084856FEEE40}" srcOrd="0" destOrd="0" presId="urn:microsoft.com/office/officeart/2005/8/layout/vList2"/>
    <dgm:cxn modelId="{FB75723F-FE5B-4BE0-91D5-309DB4BF91F0}" srcId="{9202A55C-9323-4718-A139-C395814DB7FE}" destId="{4C0B4909-1117-4FD8-89F4-52405240E150}" srcOrd="3" destOrd="0" parTransId="{BA2B155E-510F-4730-8E18-6901CE7F5A06}" sibTransId="{E46BC5AD-02F0-486F-A3F2-F3FD10E112FF}"/>
    <dgm:cxn modelId="{CB52BA46-6E9B-384B-83E2-AC7F617F83E0}" type="presOf" srcId="{9202A55C-9323-4718-A139-C395814DB7FE}" destId="{E04AC75D-477B-5D4D-8783-DF195C49467E}" srcOrd="0" destOrd="0" presId="urn:microsoft.com/office/officeart/2005/8/layout/vList2"/>
    <dgm:cxn modelId="{945F6B4B-B5FF-4279-9171-1ED012DDD758}" srcId="{9202A55C-9323-4718-A139-C395814DB7FE}" destId="{7B8E3A03-CCAB-4E74-840F-02B1378E4623}" srcOrd="0" destOrd="0" parTransId="{896670BE-7453-4ACF-B7E7-8FB590DAAA56}" sibTransId="{579D7E6C-9D91-4104-9B08-EC6F729143CE}"/>
    <dgm:cxn modelId="{4B8C28B7-BFF6-354B-9DE8-4702BB2F84A4}" type="presOf" srcId="{CC5161E2-AB97-44AE-A750-CB8DDCE193E9}" destId="{D54F96D8-6ACC-6748-914F-DD7B19EC7075}" srcOrd="0" destOrd="0" presId="urn:microsoft.com/office/officeart/2005/8/layout/vList2"/>
    <dgm:cxn modelId="{0373CFC9-FBDC-6844-9268-451DF57811EB}" type="presOf" srcId="{4C0B4909-1117-4FD8-89F4-52405240E150}" destId="{88507273-D5C3-8643-86DA-066AE3EB3580}" srcOrd="0" destOrd="0" presId="urn:microsoft.com/office/officeart/2005/8/layout/vList2"/>
    <dgm:cxn modelId="{259F5BEB-78FD-43BE-B3C7-14EFB9B0B35A}" srcId="{9202A55C-9323-4718-A139-C395814DB7FE}" destId="{BFA93C5A-6DAF-4B1E-9EE9-D99FB6FDD79E}" srcOrd="4" destOrd="0" parTransId="{CE6FA8AA-C46F-4F81-83A4-6C66694B07B5}" sibTransId="{2DD2ABAA-8DAE-4EBE-A24D-77689CB1AE74}"/>
    <dgm:cxn modelId="{63784CED-9365-4067-86A9-60FDBB5E65AF}" srcId="{9202A55C-9323-4718-A139-C395814DB7FE}" destId="{A2D106C5-58A5-4AB5-B084-C75E37A4E07B}" srcOrd="2" destOrd="0" parTransId="{10492E42-8359-4821-86B4-57CC0E7BB07F}" sibTransId="{13FB040F-3FE3-400A-AA75-89E51595B276}"/>
    <dgm:cxn modelId="{5EE49BF3-DC8C-DB47-88D3-4FC1346B739A}" type="presOf" srcId="{BFA93C5A-6DAF-4B1E-9EE9-D99FB6FDD79E}" destId="{C7634306-888D-9547-A478-0EE63E888CFE}" srcOrd="0" destOrd="0" presId="urn:microsoft.com/office/officeart/2005/8/layout/vList2"/>
    <dgm:cxn modelId="{A675FF5C-3E0E-2A42-8E70-A15737A7580C}" type="presParOf" srcId="{E04AC75D-477B-5D4D-8783-DF195C49467E}" destId="{938A56B1-2E58-E544-906A-3911DB505491}" srcOrd="0" destOrd="0" presId="urn:microsoft.com/office/officeart/2005/8/layout/vList2"/>
    <dgm:cxn modelId="{8D9170C1-EE34-A944-AC19-11BAD70B1FCB}" type="presParOf" srcId="{E04AC75D-477B-5D4D-8783-DF195C49467E}" destId="{B1B7CCC7-C286-EA4D-8B86-016E184FBD16}" srcOrd="1" destOrd="0" presId="urn:microsoft.com/office/officeart/2005/8/layout/vList2"/>
    <dgm:cxn modelId="{359139BF-E7F0-124B-A883-1CC487FEBDC5}" type="presParOf" srcId="{E04AC75D-477B-5D4D-8783-DF195C49467E}" destId="{D54F96D8-6ACC-6748-914F-DD7B19EC7075}" srcOrd="2" destOrd="0" presId="urn:microsoft.com/office/officeart/2005/8/layout/vList2"/>
    <dgm:cxn modelId="{52CB22A3-A8C6-C741-A2D0-AD51BBFB2446}" type="presParOf" srcId="{E04AC75D-477B-5D4D-8783-DF195C49467E}" destId="{07A803DD-8022-9844-AFB8-31DF160F2D5A}" srcOrd="3" destOrd="0" presId="urn:microsoft.com/office/officeart/2005/8/layout/vList2"/>
    <dgm:cxn modelId="{BBD51E47-8088-004E-86A7-8A8D2C83D6E5}" type="presParOf" srcId="{E04AC75D-477B-5D4D-8783-DF195C49467E}" destId="{4E775A84-328A-B34B-9A3E-084856FEEE40}" srcOrd="4" destOrd="0" presId="urn:microsoft.com/office/officeart/2005/8/layout/vList2"/>
    <dgm:cxn modelId="{9186D7FF-7460-0A45-9E02-9FAEEC6D005A}" type="presParOf" srcId="{E04AC75D-477B-5D4D-8783-DF195C49467E}" destId="{83EEC818-98D9-D547-81B0-984057336337}" srcOrd="5" destOrd="0" presId="urn:microsoft.com/office/officeart/2005/8/layout/vList2"/>
    <dgm:cxn modelId="{CF9F8C75-C6F0-1A4C-B288-5AA87F088E28}" type="presParOf" srcId="{E04AC75D-477B-5D4D-8783-DF195C49467E}" destId="{88507273-D5C3-8643-86DA-066AE3EB3580}" srcOrd="6" destOrd="0" presId="urn:microsoft.com/office/officeart/2005/8/layout/vList2"/>
    <dgm:cxn modelId="{E39DA360-30D5-EF44-A12C-052DC2FE602A}" type="presParOf" srcId="{E04AC75D-477B-5D4D-8783-DF195C49467E}" destId="{9B188DF3-A962-8040-A59B-4C800ECB2C8C}" srcOrd="7" destOrd="0" presId="urn:microsoft.com/office/officeart/2005/8/layout/vList2"/>
    <dgm:cxn modelId="{D9048533-EB8F-1246-A31D-77798E061C46}" type="presParOf" srcId="{E04AC75D-477B-5D4D-8783-DF195C49467E}" destId="{C7634306-888D-9547-A478-0EE63E888CFE}" srcOrd="8" destOrd="0" presId="urn:microsoft.com/office/officeart/2005/8/layout/vList2"/>
    <dgm:cxn modelId="{0AF88525-BB3E-7A4D-B89C-66F317ECF666}" type="presParOf" srcId="{E04AC75D-477B-5D4D-8783-DF195C49467E}" destId="{70E479AE-B3C9-0544-AD3B-71D431F9225D}" srcOrd="9" destOrd="0" presId="urn:microsoft.com/office/officeart/2005/8/layout/vList2"/>
    <dgm:cxn modelId="{0AF871DA-C244-D241-83BD-EC7ECE14BDC8}" type="presParOf" srcId="{E04AC75D-477B-5D4D-8783-DF195C49467E}" destId="{D1659C20-4050-F145-8693-0E6D5F0A18A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02A55C-9323-4718-A139-C395814DB7FE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B8E3A03-CCAB-4E74-840F-02B1378E4623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breakfast = ["0 - Eggs", "1 - Toast", "2 - Granola", "3 - Yoghurt", "4 - Banana", "5 - Orange",</a:t>
          </a:r>
          <a:br>
            <a:rPr lang="en-CA" sz="2000" dirty="0">
              <a:solidFill>
                <a:schemeClr val="tx1"/>
              </a:solidFill>
            </a:rPr>
          </a:br>
          <a:r>
            <a:rPr lang="en-CA" sz="2000" dirty="0">
              <a:solidFill>
                <a:schemeClr val="tx1"/>
              </a:solidFill>
            </a:rPr>
            <a:t>                              "6 - Juice"]</a:t>
          </a:r>
          <a:endParaRPr lang="en-US" sz="2000" dirty="0">
            <a:solidFill>
              <a:schemeClr val="tx1"/>
            </a:solidFill>
          </a:endParaRPr>
        </a:p>
      </dgm:t>
    </dgm:pt>
    <dgm:pt modelId="{896670BE-7453-4ACF-B7E7-8FB590DAAA56}" type="parTrans" cxnId="{945F6B4B-B5FF-4279-9171-1ED012DDD758}">
      <dgm:prSet/>
      <dgm:spPr/>
      <dgm:t>
        <a:bodyPr/>
        <a:lstStyle/>
        <a:p>
          <a:endParaRPr lang="en-US"/>
        </a:p>
      </dgm:t>
    </dgm:pt>
    <dgm:pt modelId="{579D7E6C-9D91-4104-9B08-EC6F729143CE}" type="sibTrans" cxnId="{945F6B4B-B5FF-4279-9171-1ED012DDD758}">
      <dgm:prSet/>
      <dgm:spPr/>
      <dgm:t>
        <a:bodyPr/>
        <a:lstStyle/>
        <a:p>
          <a:endParaRPr lang="en-US"/>
        </a:p>
      </dgm:t>
    </dgm:pt>
    <dgm:pt modelId="{CC5161E2-AB97-44AE-A750-CB8DDCE193E9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print(breakfast[:5]) </a:t>
          </a:r>
          <a:r>
            <a:rPr lang="en-CA" sz="2000" dirty="0">
              <a:solidFill>
                <a:srgbClr val="00B050"/>
              </a:solidFill>
            </a:rPr>
            <a:t>#</a:t>
          </a:r>
          <a:r>
            <a:rPr lang="en-US" sz="2000" dirty="0">
              <a:solidFill>
                <a:srgbClr val="00B050"/>
              </a:solidFill>
            </a:rPr>
            <a:t>['0 - Eggs', '1 - Toast', '2 - Granola', '3 - Yoghurt', '4 - Banana']</a:t>
          </a:r>
        </a:p>
      </dgm:t>
    </dgm:pt>
    <dgm:pt modelId="{39A01828-FFE8-4AE7-A724-784C1DC79038}" type="parTrans" cxnId="{A5B95902-F2C1-46A2-B2A2-D930F8CAF56D}">
      <dgm:prSet/>
      <dgm:spPr/>
      <dgm:t>
        <a:bodyPr/>
        <a:lstStyle/>
        <a:p>
          <a:endParaRPr lang="en-US"/>
        </a:p>
      </dgm:t>
    </dgm:pt>
    <dgm:pt modelId="{F5F1B1BC-37F1-46CE-A686-08D69DC33708}" type="sibTrans" cxnId="{A5B95902-F2C1-46A2-B2A2-D930F8CAF56D}">
      <dgm:prSet/>
      <dgm:spPr/>
      <dgm:t>
        <a:bodyPr/>
        <a:lstStyle/>
        <a:p>
          <a:endParaRPr lang="en-US"/>
        </a:p>
      </dgm:t>
    </dgm:pt>
    <dgm:pt modelId="{A2D106C5-58A5-4AB5-B084-C75E37A4E07B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print(breakfast[2:]) </a:t>
          </a:r>
          <a:r>
            <a:rPr lang="en-CA" sz="2000" dirty="0">
              <a:solidFill>
                <a:srgbClr val="00B050"/>
              </a:solidFill>
            </a:rPr>
            <a:t>#</a:t>
          </a:r>
          <a:r>
            <a:rPr lang="en-US" sz="2000" dirty="0">
              <a:solidFill>
                <a:srgbClr val="00B050"/>
              </a:solidFill>
            </a:rPr>
            <a:t>['2 - Granola', '3 - Yoghurt', '4 - Banana', '5 - Orange', '6 - Juice']</a:t>
          </a:r>
        </a:p>
      </dgm:t>
    </dgm:pt>
    <dgm:pt modelId="{10492E42-8359-4821-86B4-57CC0E7BB07F}" type="parTrans" cxnId="{63784CED-9365-4067-86A9-60FDBB5E65AF}">
      <dgm:prSet/>
      <dgm:spPr/>
      <dgm:t>
        <a:bodyPr/>
        <a:lstStyle/>
        <a:p>
          <a:endParaRPr lang="en-US"/>
        </a:p>
      </dgm:t>
    </dgm:pt>
    <dgm:pt modelId="{13FB040F-3FE3-400A-AA75-89E51595B276}" type="sibTrans" cxnId="{63784CED-9365-4067-86A9-60FDBB5E65AF}">
      <dgm:prSet/>
      <dgm:spPr/>
      <dgm:t>
        <a:bodyPr/>
        <a:lstStyle/>
        <a:p>
          <a:endParaRPr lang="en-US"/>
        </a:p>
      </dgm:t>
    </dgm:pt>
    <dgm:pt modelId="{4C0B4909-1117-4FD8-89F4-52405240E150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print(breakfast[2:5]) </a:t>
          </a:r>
          <a:r>
            <a:rPr lang="en-CA" sz="2000" dirty="0">
              <a:solidFill>
                <a:srgbClr val="00B050"/>
              </a:solidFill>
            </a:rPr>
            <a:t>#</a:t>
          </a:r>
          <a:r>
            <a:rPr lang="en-US" sz="2000" dirty="0">
              <a:solidFill>
                <a:srgbClr val="00B050"/>
              </a:solidFill>
            </a:rPr>
            <a:t>['2 - Granola', '3 - Yoghurt', '4 - Banana']</a:t>
          </a:r>
        </a:p>
      </dgm:t>
    </dgm:pt>
    <dgm:pt modelId="{BA2B155E-510F-4730-8E18-6901CE7F5A06}" type="parTrans" cxnId="{FB75723F-FE5B-4BE0-91D5-309DB4BF91F0}">
      <dgm:prSet/>
      <dgm:spPr/>
      <dgm:t>
        <a:bodyPr/>
        <a:lstStyle/>
        <a:p>
          <a:endParaRPr lang="en-US"/>
        </a:p>
      </dgm:t>
    </dgm:pt>
    <dgm:pt modelId="{E46BC5AD-02F0-486F-A3F2-F3FD10E112FF}" type="sibTrans" cxnId="{FB75723F-FE5B-4BE0-91D5-309DB4BF91F0}">
      <dgm:prSet/>
      <dgm:spPr/>
      <dgm:t>
        <a:bodyPr/>
        <a:lstStyle/>
        <a:p>
          <a:endParaRPr lang="en-US"/>
        </a:p>
      </dgm:t>
    </dgm:pt>
    <dgm:pt modelId="{BFA93C5A-6DAF-4B1E-9EE9-D99FB6FDD79E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print(breakfast[2:5:2]) </a:t>
          </a:r>
          <a:r>
            <a:rPr lang="en-CA" sz="2000" dirty="0">
              <a:solidFill>
                <a:srgbClr val="00B050"/>
              </a:solidFill>
            </a:rPr>
            <a:t>#</a:t>
          </a:r>
          <a:r>
            <a:rPr lang="en-US" sz="2000" dirty="0">
              <a:solidFill>
                <a:srgbClr val="00B050"/>
              </a:solidFill>
            </a:rPr>
            <a:t>['2 - Granola', '4 - Banana']</a:t>
          </a:r>
        </a:p>
      </dgm:t>
    </dgm:pt>
    <dgm:pt modelId="{CE6FA8AA-C46F-4F81-83A4-6C66694B07B5}" type="parTrans" cxnId="{259F5BEB-78FD-43BE-B3C7-14EFB9B0B35A}">
      <dgm:prSet/>
      <dgm:spPr/>
      <dgm:t>
        <a:bodyPr/>
        <a:lstStyle/>
        <a:p>
          <a:endParaRPr lang="en-US"/>
        </a:p>
      </dgm:t>
    </dgm:pt>
    <dgm:pt modelId="{2DD2ABAA-8DAE-4EBE-A24D-77689CB1AE74}" type="sibTrans" cxnId="{259F5BEB-78FD-43BE-B3C7-14EFB9B0B35A}">
      <dgm:prSet/>
      <dgm:spPr/>
      <dgm:t>
        <a:bodyPr/>
        <a:lstStyle/>
        <a:p>
          <a:endParaRPr lang="en-US"/>
        </a:p>
      </dgm:t>
    </dgm:pt>
    <dgm:pt modelId="{1465F6FB-1CE3-4812-9E77-01E762B82067}">
      <dgm:prSet custT="1"/>
      <dgm:spPr>
        <a:noFill/>
      </dgm:spPr>
      <dgm:t>
        <a:bodyPr/>
        <a:lstStyle/>
        <a:p>
          <a:r>
            <a:rPr lang="en-CA" sz="2000" dirty="0">
              <a:solidFill>
                <a:schemeClr val="tx1"/>
              </a:solidFill>
            </a:rPr>
            <a:t>&gt;&gt;&gt; print(breakfast[5:2:-1]) </a:t>
          </a:r>
          <a:r>
            <a:rPr lang="en-CA" sz="2000" dirty="0">
              <a:solidFill>
                <a:srgbClr val="00B050"/>
              </a:solidFill>
            </a:rPr>
            <a:t>#</a:t>
          </a:r>
          <a:r>
            <a:rPr lang="en-US" sz="2000" dirty="0">
              <a:solidFill>
                <a:srgbClr val="00B050"/>
              </a:solidFill>
            </a:rPr>
            <a:t>['5 - Orange', '4 - Banana', '3 - Yoghurt']</a:t>
          </a:r>
        </a:p>
      </dgm:t>
    </dgm:pt>
    <dgm:pt modelId="{189E7BBB-EADC-486E-9DCB-06D9A7BC6ED5}" type="parTrans" cxnId="{BA266F36-2E7F-4416-B02C-13E5C02DB5D6}">
      <dgm:prSet/>
      <dgm:spPr/>
      <dgm:t>
        <a:bodyPr/>
        <a:lstStyle/>
        <a:p>
          <a:endParaRPr lang="en-US"/>
        </a:p>
      </dgm:t>
    </dgm:pt>
    <dgm:pt modelId="{73B85451-285F-4134-84C8-941B050A4B8D}" type="sibTrans" cxnId="{BA266F36-2E7F-4416-B02C-13E5C02DB5D6}">
      <dgm:prSet/>
      <dgm:spPr/>
      <dgm:t>
        <a:bodyPr/>
        <a:lstStyle/>
        <a:p>
          <a:endParaRPr lang="en-US"/>
        </a:p>
      </dgm:t>
    </dgm:pt>
    <dgm:pt modelId="{E04AC75D-477B-5D4D-8783-DF195C49467E}" type="pres">
      <dgm:prSet presAssocID="{9202A55C-9323-4718-A139-C395814DB7FE}" presName="linear" presStyleCnt="0">
        <dgm:presLayoutVars>
          <dgm:animLvl val="lvl"/>
          <dgm:resizeHandles val="exact"/>
        </dgm:presLayoutVars>
      </dgm:prSet>
      <dgm:spPr/>
    </dgm:pt>
    <dgm:pt modelId="{938A56B1-2E58-E544-906A-3911DB505491}" type="pres">
      <dgm:prSet presAssocID="{7B8E3A03-CCAB-4E74-840F-02B1378E462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1B7CCC7-C286-EA4D-8B86-016E184FBD16}" type="pres">
      <dgm:prSet presAssocID="{579D7E6C-9D91-4104-9B08-EC6F729143CE}" presName="spacer" presStyleCnt="0"/>
      <dgm:spPr/>
    </dgm:pt>
    <dgm:pt modelId="{D54F96D8-6ACC-6748-914F-DD7B19EC7075}" type="pres">
      <dgm:prSet presAssocID="{CC5161E2-AB97-44AE-A750-CB8DDCE193E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7A803DD-8022-9844-AFB8-31DF160F2D5A}" type="pres">
      <dgm:prSet presAssocID="{F5F1B1BC-37F1-46CE-A686-08D69DC33708}" presName="spacer" presStyleCnt="0"/>
      <dgm:spPr/>
    </dgm:pt>
    <dgm:pt modelId="{4E775A84-328A-B34B-9A3E-084856FEEE40}" type="pres">
      <dgm:prSet presAssocID="{A2D106C5-58A5-4AB5-B084-C75E37A4E07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3EEC818-98D9-D547-81B0-984057336337}" type="pres">
      <dgm:prSet presAssocID="{13FB040F-3FE3-400A-AA75-89E51595B276}" presName="spacer" presStyleCnt="0"/>
      <dgm:spPr/>
    </dgm:pt>
    <dgm:pt modelId="{88507273-D5C3-8643-86DA-066AE3EB3580}" type="pres">
      <dgm:prSet presAssocID="{4C0B4909-1117-4FD8-89F4-52405240E15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B188DF3-A962-8040-A59B-4C800ECB2C8C}" type="pres">
      <dgm:prSet presAssocID="{E46BC5AD-02F0-486F-A3F2-F3FD10E112FF}" presName="spacer" presStyleCnt="0"/>
      <dgm:spPr/>
    </dgm:pt>
    <dgm:pt modelId="{C7634306-888D-9547-A478-0EE63E888CFE}" type="pres">
      <dgm:prSet presAssocID="{BFA93C5A-6DAF-4B1E-9EE9-D99FB6FDD79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0E479AE-B3C9-0544-AD3B-71D431F9225D}" type="pres">
      <dgm:prSet presAssocID="{2DD2ABAA-8DAE-4EBE-A24D-77689CB1AE74}" presName="spacer" presStyleCnt="0"/>
      <dgm:spPr/>
    </dgm:pt>
    <dgm:pt modelId="{D1659C20-4050-F145-8693-0E6D5F0A18AC}" type="pres">
      <dgm:prSet presAssocID="{1465F6FB-1CE3-4812-9E77-01E762B8206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5B95902-F2C1-46A2-B2A2-D930F8CAF56D}" srcId="{9202A55C-9323-4718-A139-C395814DB7FE}" destId="{CC5161E2-AB97-44AE-A750-CB8DDCE193E9}" srcOrd="1" destOrd="0" parTransId="{39A01828-FFE8-4AE7-A724-784C1DC79038}" sibTransId="{F5F1B1BC-37F1-46CE-A686-08D69DC33708}"/>
    <dgm:cxn modelId="{1D45A00B-49DB-3A47-B5DF-59162D3B0F26}" type="presOf" srcId="{1465F6FB-1CE3-4812-9E77-01E762B82067}" destId="{D1659C20-4050-F145-8693-0E6D5F0A18AC}" srcOrd="0" destOrd="0" presId="urn:microsoft.com/office/officeart/2005/8/layout/vList2"/>
    <dgm:cxn modelId="{BF74A00F-0DF8-6342-9FF8-A1789CEA2651}" type="presOf" srcId="{7B8E3A03-CCAB-4E74-840F-02B1378E4623}" destId="{938A56B1-2E58-E544-906A-3911DB505491}" srcOrd="0" destOrd="0" presId="urn:microsoft.com/office/officeart/2005/8/layout/vList2"/>
    <dgm:cxn modelId="{BA266F36-2E7F-4416-B02C-13E5C02DB5D6}" srcId="{9202A55C-9323-4718-A139-C395814DB7FE}" destId="{1465F6FB-1CE3-4812-9E77-01E762B82067}" srcOrd="5" destOrd="0" parTransId="{189E7BBB-EADC-486E-9DCB-06D9A7BC6ED5}" sibTransId="{73B85451-285F-4134-84C8-941B050A4B8D}"/>
    <dgm:cxn modelId="{9274573E-A2BB-1B42-A28C-DFB8A5C80892}" type="presOf" srcId="{A2D106C5-58A5-4AB5-B084-C75E37A4E07B}" destId="{4E775A84-328A-B34B-9A3E-084856FEEE40}" srcOrd="0" destOrd="0" presId="urn:microsoft.com/office/officeart/2005/8/layout/vList2"/>
    <dgm:cxn modelId="{FB75723F-FE5B-4BE0-91D5-309DB4BF91F0}" srcId="{9202A55C-9323-4718-A139-C395814DB7FE}" destId="{4C0B4909-1117-4FD8-89F4-52405240E150}" srcOrd="3" destOrd="0" parTransId="{BA2B155E-510F-4730-8E18-6901CE7F5A06}" sibTransId="{E46BC5AD-02F0-486F-A3F2-F3FD10E112FF}"/>
    <dgm:cxn modelId="{CB52BA46-6E9B-384B-83E2-AC7F617F83E0}" type="presOf" srcId="{9202A55C-9323-4718-A139-C395814DB7FE}" destId="{E04AC75D-477B-5D4D-8783-DF195C49467E}" srcOrd="0" destOrd="0" presId="urn:microsoft.com/office/officeart/2005/8/layout/vList2"/>
    <dgm:cxn modelId="{945F6B4B-B5FF-4279-9171-1ED012DDD758}" srcId="{9202A55C-9323-4718-A139-C395814DB7FE}" destId="{7B8E3A03-CCAB-4E74-840F-02B1378E4623}" srcOrd="0" destOrd="0" parTransId="{896670BE-7453-4ACF-B7E7-8FB590DAAA56}" sibTransId="{579D7E6C-9D91-4104-9B08-EC6F729143CE}"/>
    <dgm:cxn modelId="{4B8C28B7-BFF6-354B-9DE8-4702BB2F84A4}" type="presOf" srcId="{CC5161E2-AB97-44AE-A750-CB8DDCE193E9}" destId="{D54F96D8-6ACC-6748-914F-DD7B19EC7075}" srcOrd="0" destOrd="0" presId="urn:microsoft.com/office/officeart/2005/8/layout/vList2"/>
    <dgm:cxn modelId="{0373CFC9-FBDC-6844-9268-451DF57811EB}" type="presOf" srcId="{4C0B4909-1117-4FD8-89F4-52405240E150}" destId="{88507273-D5C3-8643-86DA-066AE3EB3580}" srcOrd="0" destOrd="0" presId="urn:microsoft.com/office/officeart/2005/8/layout/vList2"/>
    <dgm:cxn modelId="{259F5BEB-78FD-43BE-B3C7-14EFB9B0B35A}" srcId="{9202A55C-9323-4718-A139-C395814DB7FE}" destId="{BFA93C5A-6DAF-4B1E-9EE9-D99FB6FDD79E}" srcOrd="4" destOrd="0" parTransId="{CE6FA8AA-C46F-4F81-83A4-6C66694B07B5}" sibTransId="{2DD2ABAA-8DAE-4EBE-A24D-77689CB1AE74}"/>
    <dgm:cxn modelId="{63784CED-9365-4067-86A9-60FDBB5E65AF}" srcId="{9202A55C-9323-4718-A139-C395814DB7FE}" destId="{A2D106C5-58A5-4AB5-B084-C75E37A4E07B}" srcOrd="2" destOrd="0" parTransId="{10492E42-8359-4821-86B4-57CC0E7BB07F}" sibTransId="{13FB040F-3FE3-400A-AA75-89E51595B276}"/>
    <dgm:cxn modelId="{5EE49BF3-DC8C-DB47-88D3-4FC1346B739A}" type="presOf" srcId="{BFA93C5A-6DAF-4B1E-9EE9-D99FB6FDD79E}" destId="{C7634306-888D-9547-A478-0EE63E888CFE}" srcOrd="0" destOrd="0" presId="urn:microsoft.com/office/officeart/2005/8/layout/vList2"/>
    <dgm:cxn modelId="{A675FF5C-3E0E-2A42-8E70-A15737A7580C}" type="presParOf" srcId="{E04AC75D-477B-5D4D-8783-DF195C49467E}" destId="{938A56B1-2E58-E544-906A-3911DB505491}" srcOrd="0" destOrd="0" presId="urn:microsoft.com/office/officeart/2005/8/layout/vList2"/>
    <dgm:cxn modelId="{8D9170C1-EE34-A944-AC19-11BAD70B1FCB}" type="presParOf" srcId="{E04AC75D-477B-5D4D-8783-DF195C49467E}" destId="{B1B7CCC7-C286-EA4D-8B86-016E184FBD16}" srcOrd="1" destOrd="0" presId="urn:microsoft.com/office/officeart/2005/8/layout/vList2"/>
    <dgm:cxn modelId="{359139BF-E7F0-124B-A883-1CC487FEBDC5}" type="presParOf" srcId="{E04AC75D-477B-5D4D-8783-DF195C49467E}" destId="{D54F96D8-6ACC-6748-914F-DD7B19EC7075}" srcOrd="2" destOrd="0" presId="urn:microsoft.com/office/officeart/2005/8/layout/vList2"/>
    <dgm:cxn modelId="{52CB22A3-A8C6-C741-A2D0-AD51BBFB2446}" type="presParOf" srcId="{E04AC75D-477B-5D4D-8783-DF195C49467E}" destId="{07A803DD-8022-9844-AFB8-31DF160F2D5A}" srcOrd="3" destOrd="0" presId="urn:microsoft.com/office/officeart/2005/8/layout/vList2"/>
    <dgm:cxn modelId="{BBD51E47-8088-004E-86A7-8A8D2C83D6E5}" type="presParOf" srcId="{E04AC75D-477B-5D4D-8783-DF195C49467E}" destId="{4E775A84-328A-B34B-9A3E-084856FEEE40}" srcOrd="4" destOrd="0" presId="urn:microsoft.com/office/officeart/2005/8/layout/vList2"/>
    <dgm:cxn modelId="{9186D7FF-7460-0A45-9E02-9FAEEC6D005A}" type="presParOf" srcId="{E04AC75D-477B-5D4D-8783-DF195C49467E}" destId="{83EEC818-98D9-D547-81B0-984057336337}" srcOrd="5" destOrd="0" presId="urn:microsoft.com/office/officeart/2005/8/layout/vList2"/>
    <dgm:cxn modelId="{CF9F8C75-C6F0-1A4C-B288-5AA87F088E28}" type="presParOf" srcId="{E04AC75D-477B-5D4D-8783-DF195C49467E}" destId="{88507273-D5C3-8643-86DA-066AE3EB3580}" srcOrd="6" destOrd="0" presId="urn:microsoft.com/office/officeart/2005/8/layout/vList2"/>
    <dgm:cxn modelId="{E39DA360-30D5-EF44-A12C-052DC2FE602A}" type="presParOf" srcId="{E04AC75D-477B-5D4D-8783-DF195C49467E}" destId="{9B188DF3-A962-8040-A59B-4C800ECB2C8C}" srcOrd="7" destOrd="0" presId="urn:microsoft.com/office/officeart/2005/8/layout/vList2"/>
    <dgm:cxn modelId="{D9048533-EB8F-1246-A31D-77798E061C46}" type="presParOf" srcId="{E04AC75D-477B-5D4D-8783-DF195C49467E}" destId="{C7634306-888D-9547-A478-0EE63E888CFE}" srcOrd="8" destOrd="0" presId="urn:microsoft.com/office/officeart/2005/8/layout/vList2"/>
    <dgm:cxn modelId="{0AF88525-BB3E-7A4D-B89C-66F317ECF666}" type="presParOf" srcId="{E04AC75D-477B-5D4D-8783-DF195C49467E}" destId="{70E479AE-B3C9-0544-AD3B-71D431F9225D}" srcOrd="9" destOrd="0" presId="urn:microsoft.com/office/officeart/2005/8/layout/vList2"/>
    <dgm:cxn modelId="{0AF871DA-C244-D241-83BD-EC7ECE14BDC8}" type="presParOf" srcId="{E04AC75D-477B-5D4D-8783-DF195C49467E}" destId="{D1659C20-4050-F145-8693-0E6D5F0A18A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9A3C14-22FE-4E2B-B5F4-AC487EB2E8D6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71E619E-E929-4DCA-87BA-B127AE8DF332}">
      <dgm:prSet/>
      <dgm:spPr/>
      <dgm:t>
        <a:bodyPr/>
        <a:lstStyle/>
        <a:p>
          <a:r>
            <a:rPr lang="en-CA" dirty="0"/>
            <a:t>&gt;&gt;&gt; print(list(range(0, 10, 2)))</a:t>
          </a:r>
          <a:endParaRPr lang="en-US" dirty="0"/>
        </a:p>
      </dgm:t>
    </dgm:pt>
    <dgm:pt modelId="{62EF3B99-7214-4596-9A48-9F4CB8CA4F40}" type="parTrans" cxnId="{CEBFCEF7-CBB2-484B-9BAC-C10150FB05B5}">
      <dgm:prSet/>
      <dgm:spPr/>
      <dgm:t>
        <a:bodyPr/>
        <a:lstStyle/>
        <a:p>
          <a:endParaRPr lang="en-US"/>
        </a:p>
      </dgm:t>
    </dgm:pt>
    <dgm:pt modelId="{0C7A3C06-71BB-49E9-8634-B88C5B091FBF}" type="sibTrans" cxnId="{CEBFCEF7-CBB2-484B-9BAC-C10150FB05B5}">
      <dgm:prSet/>
      <dgm:spPr/>
      <dgm:t>
        <a:bodyPr/>
        <a:lstStyle/>
        <a:p>
          <a:endParaRPr lang="en-US"/>
        </a:p>
      </dgm:t>
    </dgm:pt>
    <dgm:pt modelId="{01CCE772-6EDA-4E93-A6F2-6AAA8DC562AD}">
      <dgm:prSet/>
      <dgm:spPr/>
      <dgm:t>
        <a:bodyPr/>
        <a:lstStyle/>
        <a:p>
          <a:r>
            <a:rPr lang="en-CA" dirty="0"/>
            <a:t>&gt;&gt;&gt; print(list(range(10, 0, -2))) </a:t>
          </a:r>
          <a:endParaRPr lang="en-US" dirty="0"/>
        </a:p>
      </dgm:t>
    </dgm:pt>
    <dgm:pt modelId="{277E5509-BD32-48D5-8D16-D058D3D4D52E}" type="parTrans" cxnId="{CF27A770-9689-4CE0-9FFC-90E4B4F9A21C}">
      <dgm:prSet/>
      <dgm:spPr/>
      <dgm:t>
        <a:bodyPr/>
        <a:lstStyle/>
        <a:p>
          <a:endParaRPr lang="en-US"/>
        </a:p>
      </dgm:t>
    </dgm:pt>
    <dgm:pt modelId="{8443B61D-FC67-4D31-88C0-5ADB2F8A7B98}" type="sibTrans" cxnId="{CF27A770-9689-4CE0-9FFC-90E4B4F9A21C}">
      <dgm:prSet/>
      <dgm:spPr/>
      <dgm:t>
        <a:bodyPr/>
        <a:lstStyle/>
        <a:p>
          <a:endParaRPr lang="en-US"/>
        </a:p>
      </dgm:t>
    </dgm:pt>
    <dgm:pt modelId="{FC884441-7C9D-435C-8496-40DF6E99A489}">
      <dgm:prSet/>
      <dgm:spPr/>
      <dgm:t>
        <a:bodyPr/>
        <a:lstStyle/>
        <a:p>
          <a:r>
            <a:rPr lang="en-CA" dirty="0"/>
            <a:t>&gt;&gt;&gt; print(list(range(0)))</a:t>
          </a:r>
          <a:endParaRPr lang="en-US" dirty="0"/>
        </a:p>
      </dgm:t>
    </dgm:pt>
    <dgm:pt modelId="{4656EC74-4835-41F8-9C64-250480BDA7BC}" type="parTrans" cxnId="{40485256-E75E-4FDC-8497-1692A9561490}">
      <dgm:prSet/>
      <dgm:spPr/>
      <dgm:t>
        <a:bodyPr/>
        <a:lstStyle/>
        <a:p>
          <a:endParaRPr lang="en-US"/>
        </a:p>
      </dgm:t>
    </dgm:pt>
    <dgm:pt modelId="{633C71AB-DAF4-495D-8BB4-F99FF291B6D6}" type="sibTrans" cxnId="{40485256-E75E-4FDC-8497-1692A9561490}">
      <dgm:prSet/>
      <dgm:spPr/>
      <dgm:t>
        <a:bodyPr/>
        <a:lstStyle/>
        <a:p>
          <a:endParaRPr lang="en-US"/>
        </a:p>
      </dgm:t>
    </dgm:pt>
    <dgm:pt modelId="{D0E3E3AC-F5D4-4C2B-950B-836D9B27EC9F}">
      <dgm:prSet/>
      <dgm:spPr/>
      <dgm:t>
        <a:bodyPr/>
        <a:lstStyle/>
        <a:p>
          <a:r>
            <a:rPr lang="en-CA" dirty="0"/>
            <a:t>&gt;&gt;&gt; print(list(range(5, 0)))</a:t>
          </a:r>
          <a:endParaRPr lang="en-US" dirty="0"/>
        </a:p>
      </dgm:t>
    </dgm:pt>
    <dgm:pt modelId="{40F0721F-386A-40AC-9D53-33E9EFC44DB9}" type="parTrans" cxnId="{50407B1F-A51E-4AA9-BB28-F08B720B9DFB}">
      <dgm:prSet/>
      <dgm:spPr/>
      <dgm:t>
        <a:bodyPr/>
        <a:lstStyle/>
        <a:p>
          <a:endParaRPr lang="en-US"/>
        </a:p>
      </dgm:t>
    </dgm:pt>
    <dgm:pt modelId="{83C86BF3-B631-4553-9BD0-6307A4FCC0E2}" type="sibTrans" cxnId="{50407B1F-A51E-4AA9-BB28-F08B720B9DFB}">
      <dgm:prSet/>
      <dgm:spPr/>
      <dgm:t>
        <a:bodyPr/>
        <a:lstStyle/>
        <a:p>
          <a:endParaRPr lang="en-US"/>
        </a:p>
      </dgm:t>
    </dgm:pt>
    <dgm:pt modelId="{81C08B3D-CFD4-4BED-A6C2-3150EBE43C0E}">
      <dgm:prSet/>
      <dgm:spPr/>
      <dgm:t>
        <a:bodyPr/>
        <a:lstStyle/>
        <a:p>
          <a:r>
            <a:rPr lang="en-CA" dirty="0"/>
            <a:t>&gt;&gt;&gt; print(list(range(1,10)))</a:t>
          </a:r>
          <a:endParaRPr lang="en-US" dirty="0"/>
        </a:p>
      </dgm:t>
    </dgm:pt>
    <dgm:pt modelId="{45394A2C-C52E-4D6C-9333-CCC72534AD44}" type="parTrans" cxnId="{F39EADB4-30E4-4C10-AE36-74A6B47001C7}">
      <dgm:prSet/>
      <dgm:spPr/>
      <dgm:t>
        <a:bodyPr/>
        <a:lstStyle/>
        <a:p>
          <a:endParaRPr lang="en-US"/>
        </a:p>
      </dgm:t>
    </dgm:pt>
    <dgm:pt modelId="{446ECA34-6B32-4F87-AED0-64342DCEA516}" type="sibTrans" cxnId="{F39EADB4-30E4-4C10-AE36-74A6B47001C7}">
      <dgm:prSet/>
      <dgm:spPr/>
      <dgm:t>
        <a:bodyPr/>
        <a:lstStyle/>
        <a:p>
          <a:endParaRPr lang="en-US"/>
        </a:p>
      </dgm:t>
    </dgm:pt>
    <dgm:pt modelId="{27CF6E88-F275-EC49-8665-775BD3DD98AE}" type="pres">
      <dgm:prSet presAssocID="{2A9A3C14-22FE-4E2B-B5F4-AC487EB2E8D6}" presName="linear" presStyleCnt="0">
        <dgm:presLayoutVars>
          <dgm:animLvl val="lvl"/>
          <dgm:resizeHandles val="exact"/>
        </dgm:presLayoutVars>
      </dgm:prSet>
      <dgm:spPr/>
    </dgm:pt>
    <dgm:pt modelId="{7C46980A-3F18-41EE-A537-2D92E7223200}" type="pres">
      <dgm:prSet presAssocID="{81C08B3D-CFD4-4BED-A6C2-3150EBE43C0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EB2599E-8268-4A85-B558-7767FCD343AD}" type="pres">
      <dgm:prSet presAssocID="{446ECA34-6B32-4F87-AED0-64342DCEA516}" presName="spacer" presStyleCnt="0"/>
      <dgm:spPr/>
    </dgm:pt>
    <dgm:pt modelId="{AA47FCCC-A332-FD40-AA0D-AEF3F63111D5}" type="pres">
      <dgm:prSet presAssocID="{E71E619E-E929-4DCA-87BA-B127AE8DF33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C4CE1A3-DE85-0840-9FC9-0E4910F0A390}" type="pres">
      <dgm:prSet presAssocID="{0C7A3C06-71BB-49E9-8634-B88C5B091FBF}" presName="spacer" presStyleCnt="0"/>
      <dgm:spPr/>
    </dgm:pt>
    <dgm:pt modelId="{9B2BBAB6-EADB-154E-B67C-A1BDF9127882}" type="pres">
      <dgm:prSet presAssocID="{01CCE772-6EDA-4E93-A6F2-6AAA8DC562A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4DCD42C-5F9D-BC4F-AAC9-D93F9F2A0A75}" type="pres">
      <dgm:prSet presAssocID="{8443B61D-FC67-4D31-88C0-5ADB2F8A7B98}" presName="spacer" presStyleCnt="0"/>
      <dgm:spPr/>
    </dgm:pt>
    <dgm:pt modelId="{34836E96-9BD1-374F-BDB7-2B82D0B1C50D}" type="pres">
      <dgm:prSet presAssocID="{FC884441-7C9D-435C-8496-40DF6E99A48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DC13FB5-DCDD-E94B-93C6-B752A22ECCE3}" type="pres">
      <dgm:prSet presAssocID="{633C71AB-DAF4-495D-8BB4-F99FF291B6D6}" presName="spacer" presStyleCnt="0"/>
      <dgm:spPr/>
    </dgm:pt>
    <dgm:pt modelId="{28C4380C-B6B5-C046-A6D7-7E7D9A9FD265}" type="pres">
      <dgm:prSet presAssocID="{D0E3E3AC-F5D4-4C2B-950B-836D9B27EC9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A535D03-222E-B345-8FD5-C558C9B43040}" type="presOf" srcId="{E71E619E-E929-4DCA-87BA-B127AE8DF332}" destId="{AA47FCCC-A332-FD40-AA0D-AEF3F63111D5}" srcOrd="0" destOrd="0" presId="urn:microsoft.com/office/officeart/2005/8/layout/vList2"/>
    <dgm:cxn modelId="{305B830C-9B11-4943-B235-6E48B94B75C0}" type="presOf" srcId="{01CCE772-6EDA-4E93-A6F2-6AAA8DC562AD}" destId="{9B2BBAB6-EADB-154E-B67C-A1BDF9127882}" srcOrd="0" destOrd="0" presId="urn:microsoft.com/office/officeart/2005/8/layout/vList2"/>
    <dgm:cxn modelId="{50407B1F-A51E-4AA9-BB28-F08B720B9DFB}" srcId="{2A9A3C14-22FE-4E2B-B5F4-AC487EB2E8D6}" destId="{D0E3E3AC-F5D4-4C2B-950B-836D9B27EC9F}" srcOrd="4" destOrd="0" parTransId="{40F0721F-386A-40AC-9D53-33E9EFC44DB9}" sibTransId="{83C86BF3-B631-4553-9BD0-6307A4FCC0E2}"/>
    <dgm:cxn modelId="{0BC36669-1C1B-DD4F-990A-5BD3D66D926C}" type="presOf" srcId="{2A9A3C14-22FE-4E2B-B5F4-AC487EB2E8D6}" destId="{27CF6E88-F275-EC49-8665-775BD3DD98AE}" srcOrd="0" destOrd="0" presId="urn:microsoft.com/office/officeart/2005/8/layout/vList2"/>
    <dgm:cxn modelId="{CF27A770-9689-4CE0-9FFC-90E4B4F9A21C}" srcId="{2A9A3C14-22FE-4E2B-B5F4-AC487EB2E8D6}" destId="{01CCE772-6EDA-4E93-A6F2-6AAA8DC562AD}" srcOrd="2" destOrd="0" parTransId="{277E5509-BD32-48D5-8D16-D058D3D4D52E}" sibTransId="{8443B61D-FC67-4D31-88C0-5ADB2F8A7B98}"/>
    <dgm:cxn modelId="{40485256-E75E-4FDC-8497-1692A9561490}" srcId="{2A9A3C14-22FE-4E2B-B5F4-AC487EB2E8D6}" destId="{FC884441-7C9D-435C-8496-40DF6E99A489}" srcOrd="3" destOrd="0" parTransId="{4656EC74-4835-41F8-9C64-250480BDA7BC}" sibTransId="{633C71AB-DAF4-495D-8BB4-F99FF291B6D6}"/>
    <dgm:cxn modelId="{F1743C80-0CDF-684D-B617-6DE5AC030F98}" type="presOf" srcId="{D0E3E3AC-F5D4-4C2B-950B-836D9B27EC9F}" destId="{28C4380C-B6B5-C046-A6D7-7E7D9A9FD265}" srcOrd="0" destOrd="0" presId="urn:microsoft.com/office/officeart/2005/8/layout/vList2"/>
    <dgm:cxn modelId="{F39EADB4-30E4-4C10-AE36-74A6B47001C7}" srcId="{2A9A3C14-22FE-4E2B-B5F4-AC487EB2E8D6}" destId="{81C08B3D-CFD4-4BED-A6C2-3150EBE43C0E}" srcOrd="0" destOrd="0" parTransId="{45394A2C-C52E-4D6C-9333-CCC72534AD44}" sibTransId="{446ECA34-6B32-4F87-AED0-64342DCEA516}"/>
    <dgm:cxn modelId="{80C6D4B8-4EB3-4E4C-83E8-DABD5FEA8211}" type="presOf" srcId="{FC884441-7C9D-435C-8496-40DF6E99A489}" destId="{34836E96-9BD1-374F-BDB7-2B82D0B1C50D}" srcOrd="0" destOrd="0" presId="urn:microsoft.com/office/officeart/2005/8/layout/vList2"/>
    <dgm:cxn modelId="{2ADBE0D8-8EEB-4AF1-9693-AF762C8E69C6}" type="presOf" srcId="{81C08B3D-CFD4-4BED-A6C2-3150EBE43C0E}" destId="{7C46980A-3F18-41EE-A537-2D92E7223200}" srcOrd="0" destOrd="0" presId="urn:microsoft.com/office/officeart/2005/8/layout/vList2"/>
    <dgm:cxn modelId="{CEBFCEF7-CBB2-484B-9BAC-C10150FB05B5}" srcId="{2A9A3C14-22FE-4E2B-B5F4-AC487EB2E8D6}" destId="{E71E619E-E929-4DCA-87BA-B127AE8DF332}" srcOrd="1" destOrd="0" parTransId="{62EF3B99-7214-4596-9A48-9F4CB8CA4F40}" sibTransId="{0C7A3C06-71BB-49E9-8634-B88C5B091FBF}"/>
    <dgm:cxn modelId="{FF02B64E-4B58-46DC-BDC7-243E750FD1E0}" type="presParOf" srcId="{27CF6E88-F275-EC49-8665-775BD3DD98AE}" destId="{7C46980A-3F18-41EE-A537-2D92E7223200}" srcOrd="0" destOrd="0" presId="urn:microsoft.com/office/officeart/2005/8/layout/vList2"/>
    <dgm:cxn modelId="{E4EC4CF8-FDBD-4957-8D3E-EDE39FBAAAF2}" type="presParOf" srcId="{27CF6E88-F275-EC49-8665-775BD3DD98AE}" destId="{6EB2599E-8268-4A85-B558-7767FCD343AD}" srcOrd="1" destOrd="0" presId="urn:microsoft.com/office/officeart/2005/8/layout/vList2"/>
    <dgm:cxn modelId="{987DEB3C-C33E-154C-9A63-31CB817FDA3E}" type="presParOf" srcId="{27CF6E88-F275-EC49-8665-775BD3DD98AE}" destId="{AA47FCCC-A332-FD40-AA0D-AEF3F63111D5}" srcOrd="2" destOrd="0" presId="urn:microsoft.com/office/officeart/2005/8/layout/vList2"/>
    <dgm:cxn modelId="{80F0291A-47EE-F343-8D0F-295F43A50CDF}" type="presParOf" srcId="{27CF6E88-F275-EC49-8665-775BD3DD98AE}" destId="{5C4CE1A3-DE85-0840-9FC9-0E4910F0A390}" srcOrd="3" destOrd="0" presId="urn:microsoft.com/office/officeart/2005/8/layout/vList2"/>
    <dgm:cxn modelId="{974A5EB1-C5A8-A54C-B550-734F73BEAAB8}" type="presParOf" srcId="{27CF6E88-F275-EC49-8665-775BD3DD98AE}" destId="{9B2BBAB6-EADB-154E-B67C-A1BDF9127882}" srcOrd="4" destOrd="0" presId="urn:microsoft.com/office/officeart/2005/8/layout/vList2"/>
    <dgm:cxn modelId="{415A4CCE-0D7F-A74A-A178-B97EFB843A03}" type="presParOf" srcId="{27CF6E88-F275-EC49-8665-775BD3DD98AE}" destId="{74DCD42C-5F9D-BC4F-AAC9-D93F9F2A0A75}" srcOrd="5" destOrd="0" presId="urn:microsoft.com/office/officeart/2005/8/layout/vList2"/>
    <dgm:cxn modelId="{5D8018FC-C869-B54A-9DD0-FE60E00AE5E7}" type="presParOf" srcId="{27CF6E88-F275-EC49-8665-775BD3DD98AE}" destId="{34836E96-9BD1-374F-BDB7-2B82D0B1C50D}" srcOrd="6" destOrd="0" presId="urn:microsoft.com/office/officeart/2005/8/layout/vList2"/>
    <dgm:cxn modelId="{F4BA811B-D596-0745-85F4-F01AA3D30A08}" type="presParOf" srcId="{27CF6E88-F275-EC49-8665-775BD3DD98AE}" destId="{EDC13FB5-DCDD-E94B-93C6-B752A22ECCE3}" srcOrd="7" destOrd="0" presId="urn:microsoft.com/office/officeart/2005/8/layout/vList2"/>
    <dgm:cxn modelId="{2B3333E9-B430-9647-B090-A43275D0602B}" type="presParOf" srcId="{27CF6E88-F275-EC49-8665-775BD3DD98AE}" destId="{28C4380C-B6B5-C046-A6D7-7E7D9A9FD2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9A3C14-22FE-4E2B-B5F4-AC487EB2E8D6}" type="doc">
      <dgm:prSet loTypeId="urn:microsoft.com/office/officeart/2005/8/layout/vList2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71E619E-E929-4DCA-87BA-B127AE8DF332}">
      <dgm:prSet/>
      <dgm:spPr/>
      <dgm:t>
        <a:bodyPr/>
        <a:lstStyle/>
        <a:p>
          <a:r>
            <a:rPr lang="en-CA" dirty="0"/>
            <a:t>&gt;&gt;&gt; print(list(range(0, 10, 2))) </a:t>
          </a:r>
          <a:r>
            <a:rPr lang="en-CA" dirty="0">
              <a:solidFill>
                <a:srgbClr val="FFFF00"/>
              </a:solidFill>
            </a:rPr>
            <a:t>#</a:t>
          </a:r>
          <a:r>
            <a:rPr lang="en-US" dirty="0">
              <a:solidFill>
                <a:srgbClr val="FFFF00"/>
              </a:solidFill>
            </a:rPr>
            <a:t>[0, 2, 4, 6, 8]</a:t>
          </a:r>
        </a:p>
      </dgm:t>
    </dgm:pt>
    <dgm:pt modelId="{62EF3B99-7214-4596-9A48-9F4CB8CA4F40}" type="parTrans" cxnId="{CEBFCEF7-CBB2-484B-9BAC-C10150FB05B5}">
      <dgm:prSet/>
      <dgm:spPr/>
      <dgm:t>
        <a:bodyPr/>
        <a:lstStyle/>
        <a:p>
          <a:endParaRPr lang="en-US"/>
        </a:p>
      </dgm:t>
    </dgm:pt>
    <dgm:pt modelId="{0C7A3C06-71BB-49E9-8634-B88C5B091FBF}" type="sibTrans" cxnId="{CEBFCEF7-CBB2-484B-9BAC-C10150FB05B5}">
      <dgm:prSet/>
      <dgm:spPr/>
      <dgm:t>
        <a:bodyPr/>
        <a:lstStyle/>
        <a:p>
          <a:endParaRPr lang="en-US"/>
        </a:p>
      </dgm:t>
    </dgm:pt>
    <dgm:pt modelId="{01CCE772-6EDA-4E93-A6F2-6AAA8DC562AD}">
      <dgm:prSet/>
      <dgm:spPr/>
      <dgm:t>
        <a:bodyPr/>
        <a:lstStyle/>
        <a:p>
          <a:r>
            <a:rPr lang="en-CA" dirty="0"/>
            <a:t>&gt;&gt;&gt; print(list(range(10, 0, -2))) </a:t>
          </a:r>
          <a:r>
            <a:rPr lang="en-CA" dirty="0">
              <a:solidFill>
                <a:srgbClr val="FFFF00"/>
              </a:solidFill>
            </a:rPr>
            <a:t>#</a:t>
          </a:r>
          <a:r>
            <a:rPr lang="en-US" dirty="0">
              <a:solidFill>
                <a:srgbClr val="FFFF00"/>
              </a:solidFill>
            </a:rPr>
            <a:t>[10, 8, 6, 4, 2]</a:t>
          </a:r>
          <a:r>
            <a:rPr lang="en-CA" dirty="0">
              <a:solidFill>
                <a:srgbClr val="FFFF00"/>
              </a:solidFill>
            </a:rPr>
            <a:t> </a:t>
          </a:r>
          <a:endParaRPr lang="en-US" dirty="0">
            <a:solidFill>
              <a:srgbClr val="FFFF00"/>
            </a:solidFill>
          </a:endParaRPr>
        </a:p>
      </dgm:t>
    </dgm:pt>
    <dgm:pt modelId="{277E5509-BD32-48D5-8D16-D058D3D4D52E}" type="parTrans" cxnId="{CF27A770-9689-4CE0-9FFC-90E4B4F9A21C}">
      <dgm:prSet/>
      <dgm:spPr/>
      <dgm:t>
        <a:bodyPr/>
        <a:lstStyle/>
        <a:p>
          <a:endParaRPr lang="en-US"/>
        </a:p>
      </dgm:t>
    </dgm:pt>
    <dgm:pt modelId="{8443B61D-FC67-4D31-88C0-5ADB2F8A7B98}" type="sibTrans" cxnId="{CF27A770-9689-4CE0-9FFC-90E4B4F9A21C}">
      <dgm:prSet/>
      <dgm:spPr/>
      <dgm:t>
        <a:bodyPr/>
        <a:lstStyle/>
        <a:p>
          <a:endParaRPr lang="en-US"/>
        </a:p>
      </dgm:t>
    </dgm:pt>
    <dgm:pt modelId="{FC884441-7C9D-435C-8496-40DF6E99A489}">
      <dgm:prSet/>
      <dgm:spPr/>
      <dgm:t>
        <a:bodyPr/>
        <a:lstStyle/>
        <a:p>
          <a:r>
            <a:rPr lang="en-CA" dirty="0"/>
            <a:t>&gt;&gt;&gt; print(list(range(0))) </a:t>
          </a:r>
          <a:r>
            <a:rPr lang="en-CA" dirty="0">
              <a:solidFill>
                <a:srgbClr val="FFFF00"/>
              </a:solidFill>
            </a:rPr>
            <a:t>#[]</a:t>
          </a:r>
          <a:endParaRPr lang="en-US" dirty="0">
            <a:solidFill>
              <a:srgbClr val="FFFF00"/>
            </a:solidFill>
          </a:endParaRPr>
        </a:p>
      </dgm:t>
    </dgm:pt>
    <dgm:pt modelId="{4656EC74-4835-41F8-9C64-250480BDA7BC}" type="parTrans" cxnId="{40485256-E75E-4FDC-8497-1692A9561490}">
      <dgm:prSet/>
      <dgm:spPr/>
      <dgm:t>
        <a:bodyPr/>
        <a:lstStyle/>
        <a:p>
          <a:endParaRPr lang="en-US"/>
        </a:p>
      </dgm:t>
    </dgm:pt>
    <dgm:pt modelId="{633C71AB-DAF4-495D-8BB4-F99FF291B6D6}" type="sibTrans" cxnId="{40485256-E75E-4FDC-8497-1692A9561490}">
      <dgm:prSet/>
      <dgm:spPr/>
      <dgm:t>
        <a:bodyPr/>
        <a:lstStyle/>
        <a:p>
          <a:endParaRPr lang="en-US"/>
        </a:p>
      </dgm:t>
    </dgm:pt>
    <dgm:pt modelId="{D0E3E3AC-F5D4-4C2B-950B-836D9B27EC9F}">
      <dgm:prSet/>
      <dgm:spPr/>
      <dgm:t>
        <a:bodyPr/>
        <a:lstStyle/>
        <a:p>
          <a:r>
            <a:rPr lang="en-CA" dirty="0"/>
            <a:t>&gt;&gt;&gt; print(list(range(5, 0))) </a:t>
          </a:r>
          <a:r>
            <a:rPr lang="en-CA" dirty="0">
              <a:solidFill>
                <a:srgbClr val="FFFF00"/>
              </a:solidFill>
            </a:rPr>
            <a:t>#[]</a:t>
          </a:r>
          <a:endParaRPr lang="en-US" dirty="0">
            <a:solidFill>
              <a:srgbClr val="FFFF00"/>
            </a:solidFill>
          </a:endParaRPr>
        </a:p>
      </dgm:t>
    </dgm:pt>
    <dgm:pt modelId="{40F0721F-386A-40AC-9D53-33E9EFC44DB9}" type="parTrans" cxnId="{50407B1F-A51E-4AA9-BB28-F08B720B9DFB}">
      <dgm:prSet/>
      <dgm:spPr/>
      <dgm:t>
        <a:bodyPr/>
        <a:lstStyle/>
        <a:p>
          <a:endParaRPr lang="en-US"/>
        </a:p>
      </dgm:t>
    </dgm:pt>
    <dgm:pt modelId="{83C86BF3-B631-4553-9BD0-6307A4FCC0E2}" type="sibTrans" cxnId="{50407B1F-A51E-4AA9-BB28-F08B720B9DFB}">
      <dgm:prSet/>
      <dgm:spPr/>
      <dgm:t>
        <a:bodyPr/>
        <a:lstStyle/>
        <a:p>
          <a:endParaRPr lang="en-US"/>
        </a:p>
      </dgm:t>
    </dgm:pt>
    <dgm:pt modelId="{81C08B3D-CFD4-4BED-A6C2-3150EBE43C0E}">
      <dgm:prSet/>
      <dgm:spPr/>
      <dgm:t>
        <a:bodyPr/>
        <a:lstStyle/>
        <a:p>
          <a:r>
            <a:rPr lang="en-CA" dirty="0"/>
            <a:t>&gt;&gt;&gt; print(list(range(1,10))) </a:t>
          </a:r>
          <a:r>
            <a:rPr lang="en-CA" dirty="0">
              <a:solidFill>
                <a:srgbClr val="FFFF00"/>
              </a:solidFill>
            </a:rPr>
            <a:t>#</a:t>
          </a:r>
          <a:r>
            <a:rPr lang="en-US" dirty="0">
              <a:solidFill>
                <a:srgbClr val="FFFF00"/>
              </a:solidFill>
            </a:rPr>
            <a:t>[1, 2, 3, 4, 5, 6, 7, 8, 9]</a:t>
          </a:r>
        </a:p>
      </dgm:t>
    </dgm:pt>
    <dgm:pt modelId="{45394A2C-C52E-4D6C-9333-CCC72534AD44}" type="parTrans" cxnId="{F39EADB4-30E4-4C10-AE36-74A6B47001C7}">
      <dgm:prSet/>
      <dgm:spPr/>
      <dgm:t>
        <a:bodyPr/>
        <a:lstStyle/>
        <a:p>
          <a:endParaRPr lang="en-US"/>
        </a:p>
      </dgm:t>
    </dgm:pt>
    <dgm:pt modelId="{446ECA34-6B32-4F87-AED0-64342DCEA516}" type="sibTrans" cxnId="{F39EADB4-30E4-4C10-AE36-74A6B47001C7}">
      <dgm:prSet/>
      <dgm:spPr/>
      <dgm:t>
        <a:bodyPr/>
        <a:lstStyle/>
        <a:p>
          <a:endParaRPr lang="en-US"/>
        </a:p>
      </dgm:t>
    </dgm:pt>
    <dgm:pt modelId="{27CF6E88-F275-EC49-8665-775BD3DD98AE}" type="pres">
      <dgm:prSet presAssocID="{2A9A3C14-22FE-4E2B-B5F4-AC487EB2E8D6}" presName="linear" presStyleCnt="0">
        <dgm:presLayoutVars>
          <dgm:animLvl val="lvl"/>
          <dgm:resizeHandles val="exact"/>
        </dgm:presLayoutVars>
      </dgm:prSet>
      <dgm:spPr/>
    </dgm:pt>
    <dgm:pt modelId="{7C46980A-3F18-41EE-A537-2D92E7223200}" type="pres">
      <dgm:prSet presAssocID="{81C08B3D-CFD4-4BED-A6C2-3150EBE43C0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EB2599E-8268-4A85-B558-7767FCD343AD}" type="pres">
      <dgm:prSet presAssocID="{446ECA34-6B32-4F87-AED0-64342DCEA516}" presName="spacer" presStyleCnt="0"/>
      <dgm:spPr/>
    </dgm:pt>
    <dgm:pt modelId="{AA47FCCC-A332-FD40-AA0D-AEF3F63111D5}" type="pres">
      <dgm:prSet presAssocID="{E71E619E-E929-4DCA-87BA-B127AE8DF33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C4CE1A3-DE85-0840-9FC9-0E4910F0A390}" type="pres">
      <dgm:prSet presAssocID="{0C7A3C06-71BB-49E9-8634-B88C5B091FBF}" presName="spacer" presStyleCnt="0"/>
      <dgm:spPr/>
    </dgm:pt>
    <dgm:pt modelId="{9B2BBAB6-EADB-154E-B67C-A1BDF9127882}" type="pres">
      <dgm:prSet presAssocID="{01CCE772-6EDA-4E93-A6F2-6AAA8DC562A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4DCD42C-5F9D-BC4F-AAC9-D93F9F2A0A75}" type="pres">
      <dgm:prSet presAssocID="{8443B61D-FC67-4D31-88C0-5ADB2F8A7B98}" presName="spacer" presStyleCnt="0"/>
      <dgm:spPr/>
    </dgm:pt>
    <dgm:pt modelId="{34836E96-9BD1-374F-BDB7-2B82D0B1C50D}" type="pres">
      <dgm:prSet presAssocID="{FC884441-7C9D-435C-8496-40DF6E99A489}" presName="parentText" presStyleLbl="node1" presStyleIdx="3" presStyleCnt="5" custLinFactNeighborX="102">
        <dgm:presLayoutVars>
          <dgm:chMax val="0"/>
          <dgm:bulletEnabled val="1"/>
        </dgm:presLayoutVars>
      </dgm:prSet>
      <dgm:spPr/>
    </dgm:pt>
    <dgm:pt modelId="{EDC13FB5-DCDD-E94B-93C6-B752A22ECCE3}" type="pres">
      <dgm:prSet presAssocID="{633C71AB-DAF4-495D-8BB4-F99FF291B6D6}" presName="spacer" presStyleCnt="0"/>
      <dgm:spPr/>
    </dgm:pt>
    <dgm:pt modelId="{28C4380C-B6B5-C046-A6D7-7E7D9A9FD265}" type="pres">
      <dgm:prSet presAssocID="{D0E3E3AC-F5D4-4C2B-950B-836D9B27EC9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A535D03-222E-B345-8FD5-C558C9B43040}" type="presOf" srcId="{E71E619E-E929-4DCA-87BA-B127AE8DF332}" destId="{AA47FCCC-A332-FD40-AA0D-AEF3F63111D5}" srcOrd="0" destOrd="0" presId="urn:microsoft.com/office/officeart/2005/8/layout/vList2"/>
    <dgm:cxn modelId="{305B830C-9B11-4943-B235-6E48B94B75C0}" type="presOf" srcId="{01CCE772-6EDA-4E93-A6F2-6AAA8DC562AD}" destId="{9B2BBAB6-EADB-154E-B67C-A1BDF9127882}" srcOrd="0" destOrd="0" presId="urn:microsoft.com/office/officeart/2005/8/layout/vList2"/>
    <dgm:cxn modelId="{50407B1F-A51E-4AA9-BB28-F08B720B9DFB}" srcId="{2A9A3C14-22FE-4E2B-B5F4-AC487EB2E8D6}" destId="{D0E3E3AC-F5D4-4C2B-950B-836D9B27EC9F}" srcOrd="4" destOrd="0" parTransId="{40F0721F-386A-40AC-9D53-33E9EFC44DB9}" sibTransId="{83C86BF3-B631-4553-9BD0-6307A4FCC0E2}"/>
    <dgm:cxn modelId="{0BC36669-1C1B-DD4F-990A-5BD3D66D926C}" type="presOf" srcId="{2A9A3C14-22FE-4E2B-B5F4-AC487EB2E8D6}" destId="{27CF6E88-F275-EC49-8665-775BD3DD98AE}" srcOrd="0" destOrd="0" presId="urn:microsoft.com/office/officeart/2005/8/layout/vList2"/>
    <dgm:cxn modelId="{CF27A770-9689-4CE0-9FFC-90E4B4F9A21C}" srcId="{2A9A3C14-22FE-4E2B-B5F4-AC487EB2E8D6}" destId="{01CCE772-6EDA-4E93-A6F2-6AAA8DC562AD}" srcOrd="2" destOrd="0" parTransId="{277E5509-BD32-48D5-8D16-D058D3D4D52E}" sibTransId="{8443B61D-FC67-4D31-88C0-5ADB2F8A7B98}"/>
    <dgm:cxn modelId="{40485256-E75E-4FDC-8497-1692A9561490}" srcId="{2A9A3C14-22FE-4E2B-B5F4-AC487EB2E8D6}" destId="{FC884441-7C9D-435C-8496-40DF6E99A489}" srcOrd="3" destOrd="0" parTransId="{4656EC74-4835-41F8-9C64-250480BDA7BC}" sibTransId="{633C71AB-DAF4-495D-8BB4-F99FF291B6D6}"/>
    <dgm:cxn modelId="{F1743C80-0CDF-684D-B617-6DE5AC030F98}" type="presOf" srcId="{D0E3E3AC-F5D4-4C2B-950B-836D9B27EC9F}" destId="{28C4380C-B6B5-C046-A6D7-7E7D9A9FD265}" srcOrd="0" destOrd="0" presId="urn:microsoft.com/office/officeart/2005/8/layout/vList2"/>
    <dgm:cxn modelId="{F39EADB4-30E4-4C10-AE36-74A6B47001C7}" srcId="{2A9A3C14-22FE-4E2B-B5F4-AC487EB2E8D6}" destId="{81C08B3D-CFD4-4BED-A6C2-3150EBE43C0E}" srcOrd="0" destOrd="0" parTransId="{45394A2C-C52E-4D6C-9333-CCC72534AD44}" sibTransId="{446ECA34-6B32-4F87-AED0-64342DCEA516}"/>
    <dgm:cxn modelId="{80C6D4B8-4EB3-4E4C-83E8-DABD5FEA8211}" type="presOf" srcId="{FC884441-7C9D-435C-8496-40DF6E99A489}" destId="{34836E96-9BD1-374F-BDB7-2B82D0B1C50D}" srcOrd="0" destOrd="0" presId="urn:microsoft.com/office/officeart/2005/8/layout/vList2"/>
    <dgm:cxn modelId="{2ADBE0D8-8EEB-4AF1-9693-AF762C8E69C6}" type="presOf" srcId="{81C08B3D-CFD4-4BED-A6C2-3150EBE43C0E}" destId="{7C46980A-3F18-41EE-A537-2D92E7223200}" srcOrd="0" destOrd="0" presId="urn:microsoft.com/office/officeart/2005/8/layout/vList2"/>
    <dgm:cxn modelId="{CEBFCEF7-CBB2-484B-9BAC-C10150FB05B5}" srcId="{2A9A3C14-22FE-4E2B-B5F4-AC487EB2E8D6}" destId="{E71E619E-E929-4DCA-87BA-B127AE8DF332}" srcOrd="1" destOrd="0" parTransId="{62EF3B99-7214-4596-9A48-9F4CB8CA4F40}" sibTransId="{0C7A3C06-71BB-49E9-8634-B88C5B091FBF}"/>
    <dgm:cxn modelId="{FF02B64E-4B58-46DC-BDC7-243E750FD1E0}" type="presParOf" srcId="{27CF6E88-F275-EC49-8665-775BD3DD98AE}" destId="{7C46980A-3F18-41EE-A537-2D92E7223200}" srcOrd="0" destOrd="0" presId="urn:microsoft.com/office/officeart/2005/8/layout/vList2"/>
    <dgm:cxn modelId="{E4EC4CF8-FDBD-4957-8D3E-EDE39FBAAAF2}" type="presParOf" srcId="{27CF6E88-F275-EC49-8665-775BD3DD98AE}" destId="{6EB2599E-8268-4A85-B558-7767FCD343AD}" srcOrd="1" destOrd="0" presId="urn:microsoft.com/office/officeart/2005/8/layout/vList2"/>
    <dgm:cxn modelId="{987DEB3C-C33E-154C-9A63-31CB817FDA3E}" type="presParOf" srcId="{27CF6E88-F275-EC49-8665-775BD3DD98AE}" destId="{AA47FCCC-A332-FD40-AA0D-AEF3F63111D5}" srcOrd="2" destOrd="0" presId="urn:microsoft.com/office/officeart/2005/8/layout/vList2"/>
    <dgm:cxn modelId="{80F0291A-47EE-F343-8D0F-295F43A50CDF}" type="presParOf" srcId="{27CF6E88-F275-EC49-8665-775BD3DD98AE}" destId="{5C4CE1A3-DE85-0840-9FC9-0E4910F0A390}" srcOrd="3" destOrd="0" presId="urn:microsoft.com/office/officeart/2005/8/layout/vList2"/>
    <dgm:cxn modelId="{974A5EB1-C5A8-A54C-B550-734F73BEAAB8}" type="presParOf" srcId="{27CF6E88-F275-EC49-8665-775BD3DD98AE}" destId="{9B2BBAB6-EADB-154E-B67C-A1BDF9127882}" srcOrd="4" destOrd="0" presId="urn:microsoft.com/office/officeart/2005/8/layout/vList2"/>
    <dgm:cxn modelId="{415A4CCE-0D7F-A74A-A178-B97EFB843A03}" type="presParOf" srcId="{27CF6E88-F275-EC49-8665-775BD3DD98AE}" destId="{74DCD42C-5F9D-BC4F-AAC9-D93F9F2A0A75}" srcOrd="5" destOrd="0" presId="urn:microsoft.com/office/officeart/2005/8/layout/vList2"/>
    <dgm:cxn modelId="{5D8018FC-C869-B54A-9DD0-FE60E00AE5E7}" type="presParOf" srcId="{27CF6E88-F275-EC49-8665-775BD3DD98AE}" destId="{34836E96-9BD1-374F-BDB7-2B82D0B1C50D}" srcOrd="6" destOrd="0" presId="urn:microsoft.com/office/officeart/2005/8/layout/vList2"/>
    <dgm:cxn modelId="{F4BA811B-D596-0745-85F4-F01AA3D30A08}" type="presParOf" srcId="{27CF6E88-F275-EC49-8665-775BD3DD98AE}" destId="{EDC13FB5-DCDD-E94B-93C6-B752A22ECCE3}" srcOrd="7" destOrd="0" presId="urn:microsoft.com/office/officeart/2005/8/layout/vList2"/>
    <dgm:cxn modelId="{2B3333E9-B430-9647-B090-A43275D0602B}" type="presParOf" srcId="{27CF6E88-F275-EC49-8665-775BD3DD98AE}" destId="{28C4380C-B6B5-C046-A6D7-7E7D9A9FD26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2752B7-7A60-4A47-AF64-7DDC0BED487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913F3F-D1C8-45D4-9D97-263F941A01E8}">
      <dgm:prSet/>
      <dgm:spPr/>
      <dgm:t>
        <a:bodyPr/>
        <a:lstStyle/>
        <a:p>
          <a:r>
            <a:rPr lang="en-CA"/>
            <a:t>Just like Java and C++ we can allow our function parameters to have default arguments. </a:t>
          </a:r>
          <a:endParaRPr lang="en-US"/>
        </a:p>
      </dgm:t>
    </dgm:pt>
    <dgm:pt modelId="{C73E248A-6BA2-460E-8AC3-26A84AEAB8EF}" type="parTrans" cxnId="{01046CFE-21A3-459F-9219-5C3647E16E2F}">
      <dgm:prSet/>
      <dgm:spPr/>
      <dgm:t>
        <a:bodyPr/>
        <a:lstStyle/>
        <a:p>
          <a:endParaRPr lang="en-US"/>
        </a:p>
      </dgm:t>
    </dgm:pt>
    <dgm:pt modelId="{3E353743-CDF7-4CBB-A923-C12316BB2634}" type="sibTrans" cxnId="{01046CFE-21A3-459F-9219-5C3647E16E2F}">
      <dgm:prSet/>
      <dgm:spPr/>
      <dgm:t>
        <a:bodyPr/>
        <a:lstStyle/>
        <a:p>
          <a:endParaRPr lang="en-US"/>
        </a:p>
      </dgm:t>
    </dgm:pt>
    <dgm:pt modelId="{4D7255FF-DDE5-4EBE-92DB-DF01BA465751}">
      <dgm:prSet/>
      <dgm:spPr/>
      <dgm:t>
        <a:bodyPr/>
        <a:lstStyle/>
        <a:p>
          <a:r>
            <a:rPr lang="en-CA"/>
            <a:t>Default arguments need to be at the end of the argument list.</a:t>
          </a:r>
          <a:endParaRPr lang="en-US"/>
        </a:p>
      </dgm:t>
    </dgm:pt>
    <dgm:pt modelId="{BFED0C69-3014-48CA-9A13-8175642E0D3D}" type="parTrans" cxnId="{98C9C380-08F3-4346-828A-758B1657DAFB}">
      <dgm:prSet/>
      <dgm:spPr/>
      <dgm:t>
        <a:bodyPr/>
        <a:lstStyle/>
        <a:p>
          <a:endParaRPr lang="en-US"/>
        </a:p>
      </dgm:t>
    </dgm:pt>
    <dgm:pt modelId="{AE912907-1BC0-4676-A77D-D9486BC29FB8}" type="sibTrans" cxnId="{98C9C380-08F3-4346-828A-758B1657DAFB}">
      <dgm:prSet/>
      <dgm:spPr/>
      <dgm:t>
        <a:bodyPr/>
        <a:lstStyle/>
        <a:p>
          <a:endParaRPr lang="en-US"/>
        </a:p>
      </dgm:t>
    </dgm:pt>
    <dgm:pt modelId="{F77638B7-E77C-4BD8-B58D-C52119E9CAA8}">
      <dgm:prSet/>
      <dgm:spPr/>
      <dgm:t>
        <a:bodyPr/>
        <a:lstStyle/>
        <a:p>
          <a:r>
            <a:rPr lang="en-CA" dirty="0"/>
            <a:t>You cannot have a positional / non-default argument after a default argument.</a:t>
          </a:r>
          <a:endParaRPr lang="en-US" dirty="0"/>
        </a:p>
      </dgm:t>
    </dgm:pt>
    <dgm:pt modelId="{1BE063E5-51F3-4245-B403-7FCD18B50942}" type="parTrans" cxnId="{12023CD8-F237-40EB-B013-D0B73E17EC16}">
      <dgm:prSet/>
      <dgm:spPr/>
      <dgm:t>
        <a:bodyPr/>
        <a:lstStyle/>
        <a:p>
          <a:endParaRPr lang="en-US"/>
        </a:p>
      </dgm:t>
    </dgm:pt>
    <dgm:pt modelId="{AAF3BC40-CD53-4C94-B8C3-0EF26A27C136}" type="sibTrans" cxnId="{12023CD8-F237-40EB-B013-D0B73E17EC16}">
      <dgm:prSet/>
      <dgm:spPr/>
      <dgm:t>
        <a:bodyPr/>
        <a:lstStyle/>
        <a:p>
          <a:endParaRPr lang="en-US"/>
        </a:p>
      </dgm:t>
    </dgm:pt>
    <dgm:pt modelId="{F35214DB-D2C4-46B4-A6E3-5164D7D48F03}">
      <dgm:prSet/>
      <dgm:spPr/>
      <dgm:t>
        <a:bodyPr/>
        <a:lstStyle/>
        <a:p>
          <a:r>
            <a:rPr lang="en-CA" dirty="0"/>
            <a:t>The least likely default arguments should be to the left of the most likely default arguments.</a:t>
          </a:r>
          <a:endParaRPr lang="en-US" dirty="0"/>
        </a:p>
      </dgm:t>
    </dgm:pt>
    <dgm:pt modelId="{335A5574-C4F0-4F0D-B2DF-C0249DD7AE30}" type="parTrans" cxnId="{60F93B87-E043-45D6-9E4A-6CDE52DA7783}">
      <dgm:prSet/>
      <dgm:spPr/>
      <dgm:t>
        <a:bodyPr/>
        <a:lstStyle/>
        <a:p>
          <a:endParaRPr lang="en-US"/>
        </a:p>
      </dgm:t>
    </dgm:pt>
    <dgm:pt modelId="{A4F2B7FC-C810-497B-9F5B-373DF430AF11}" type="sibTrans" cxnId="{60F93B87-E043-45D6-9E4A-6CDE52DA7783}">
      <dgm:prSet/>
      <dgm:spPr/>
      <dgm:t>
        <a:bodyPr/>
        <a:lstStyle/>
        <a:p>
          <a:endParaRPr lang="en-US"/>
        </a:p>
      </dgm:t>
    </dgm:pt>
    <dgm:pt modelId="{B785FB9E-C7EC-644D-932D-F80F066A6FC6}" type="pres">
      <dgm:prSet presAssocID="{322752B7-7A60-4A47-AF64-7DDC0BED487B}" presName="vert0" presStyleCnt="0">
        <dgm:presLayoutVars>
          <dgm:dir/>
          <dgm:animOne val="branch"/>
          <dgm:animLvl val="lvl"/>
        </dgm:presLayoutVars>
      </dgm:prSet>
      <dgm:spPr/>
    </dgm:pt>
    <dgm:pt modelId="{9A412B6D-F86F-A048-B223-2691B5E28784}" type="pres">
      <dgm:prSet presAssocID="{28913F3F-D1C8-45D4-9D97-263F941A01E8}" presName="thickLine" presStyleLbl="alignNode1" presStyleIdx="0" presStyleCnt="4"/>
      <dgm:spPr/>
    </dgm:pt>
    <dgm:pt modelId="{CA60A89E-730F-7946-87D8-0E75ECB2B8CB}" type="pres">
      <dgm:prSet presAssocID="{28913F3F-D1C8-45D4-9D97-263F941A01E8}" presName="horz1" presStyleCnt="0"/>
      <dgm:spPr/>
    </dgm:pt>
    <dgm:pt modelId="{0AEEA2A6-4CEC-9A43-BC20-1670EBCFD97D}" type="pres">
      <dgm:prSet presAssocID="{28913F3F-D1C8-45D4-9D97-263F941A01E8}" presName="tx1" presStyleLbl="revTx" presStyleIdx="0" presStyleCnt="4"/>
      <dgm:spPr/>
    </dgm:pt>
    <dgm:pt modelId="{EEF586BE-B1E2-3E48-AF6F-CB168F741B39}" type="pres">
      <dgm:prSet presAssocID="{28913F3F-D1C8-45D4-9D97-263F941A01E8}" presName="vert1" presStyleCnt="0"/>
      <dgm:spPr/>
    </dgm:pt>
    <dgm:pt modelId="{91DF7202-F7D6-B246-9AA1-4BB14DC58855}" type="pres">
      <dgm:prSet presAssocID="{4D7255FF-DDE5-4EBE-92DB-DF01BA465751}" presName="thickLine" presStyleLbl="alignNode1" presStyleIdx="1" presStyleCnt="4"/>
      <dgm:spPr/>
    </dgm:pt>
    <dgm:pt modelId="{F24B627B-216A-5E4A-8184-8CAD8191CC42}" type="pres">
      <dgm:prSet presAssocID="{4D7255FF-DDE5-4EBE-92DB-DF01BA465751}" presName="horz1" presStyleCnt="0"/>
      <dgm:spPr/>
    </dgm:pt>
    <dgm:pt modelId="{4312B7F0-6EE5-8C4B-9E08-9E7C4F6BABA1}" type="pres">
      <dgm:prSet presAssocID="{4D7255FF-DDE5-4EBE-92DB-DF01BA465751}" presName="tx1" presStyleLbl="revTx" presStyleIdx="1" presStyleCnt="4"/>
      <dgm:spPr/>
    </dgm:pt>
    <dgm:pt modelId="{E7D07CCB-5F4E-3C4D-9C23-8706519E7E25}" type="pres">
      <dgm:prSet presAssocID="{4D7255FF-DDE5-4EBE-92DB-DF01BA465751}" presName="vert1" presStyleCnt="0"/>
      <dgm:spPr/>
    </dgm:pt>
    <dgm:pt modelId="{B3467C0A-FE0D-BB49-8732-AC9C6EE65A77}" type="pres">
      <dgm:prSet presAssocID="{F77638B7-E77C-4BD8-B58D-C52119E9CAA8}" presName="thickLine" presStyleLbl="alignNode1" presStyleIdx="2" presStyleCnt="4"/>
      <dgm:spPr/>
    </dgm:pt>
    <dgm:pt modelId="{7083411B-283C-B645-A4E2-D745EF3BD637}" type="pres">
      <dgm:prSet presAssocID="{F77638B7-E77C-4BD8-B58D-C52119E9CAA8}" presName="horz1" presStyleCnt="0"/>
      <dgm:spPr/>
    </dgm:pt>
    <dgm:pt modelId="{C89B8404-05BA-C14D-BB2B-1B60580DF5E4}" type="pres">
      <dgm:prSet presAssocID="{F77638B7-E77C-4BD8-B58D-C52119E9CAA8}" presName="tx1" presStyleLbl="revTx" presStyleIdx="2" presStyleCnt="4"/>
      <dgm:spPr/>
    </dgm:pt>
    <dgm:pt modelId="{5CC96B0E-8630-654E-B39E-125C77E15FC7}" type="pres">
      <dgm:prSet presAssocID="{F77638B7-E77C-4BD8-B58D-C52119E9CAA8}" presName="vert1" presStyleCnt="0"/>
      <dgm:spPr/>
    </dgm:pt>
    <dgm:pt modelId="{F2C20068-BF18-4E45-8505-120AE415EC19}" type="pres">
      <dgm:prSet presAssocID="{F35214DB-D2C4-46B4-A6E3-5164D7D48F03}" presName="thickLine" presStyleLbl="alignNode1" presStyleIdx="3" presStyleCnt="4"/>
      <dgm:spPr/>
    </dgm:pt>
    <dgm:pt modelId="{89D6E9EF-16DC-4E4D-BEB5-A24222664464}" type="pres">
      <dgm:prSet presAssocID="{F35214DB-D2C4-46B4-A6E3-5164D7D48F03}" presName="horz1" presStyleCnt="0"/>
      <dgm:spPr/>
    </dgm:pt>
    <dgm:pt modelId="{D85039B6-6D99-F04F-AF6B-C4336FC2C181}" type="pres">
      <dgm:prSet presAssocID="{F35214DB-D2C4-46B4-A6E3-5164D7D48F03}" presName="tx1" presStyleLbl="revTx" presStyleIdx="3" presStyleCnt="4"/>
      <dgm:spPr/>
    </dgm:pt>
    <dgm:pt modelId="{A34D22E9-55CD-BA46-A82B-CACFD9351372}" type="pres">
      <dgm:prSet presAssocID="{F35214DB-D2C4-46B4-A6E3-5164D7D48F03}" presName="vert1" presStyleCnt="0"/>
      <dgm:spPr/>
    </dgm:pt>
  </dgm:ptLst>
  <dgm:cxnLst>
    <dgm:cxn modelId="{A59ED11E-63E5-BC46-A2D0-548AD8469105}" type="presOf" srcId="{F35214DB-D2C4-46B4-A6E3-5164D7D48F03}" destId="{D85039B6-6D99-F04F-AF6B-C4336FC2C181}" srcOrd="0" destOrd="0" presId="urn:microsoft.com/office/officeart/2008/layout/LinedList"/>
    <dgm:cxn modelId="{5426E04E-040D-A240-BA96-DAB2102FF873}" type="presOf" srcId="{F77638B7-E77C-4BD8-B58D-C52119E9CAA8}" destId="{C89B8404-05BA-C14D-BB2B-1B60580DF5E4}" srcOrd="0" destOrd="0" presId="urn:microsoft.com/office/officeart/2008/layout/LinedList"/>
    <dgm:cxn modelId="{D94FCB72-9E84-0C4D-8E02-BC7CB41B1567}" type="presOf" srcId="{4D7255FF-DDE5-4EBE-92DB-DF01BA465751}" destId="{4312B7F0-6EE5-8C4B-9E08-9E7C4F6BABA1}" srcOrd="0" destOrd="0" presId="urn:microsoft.com/office/officeart/2008/layout/LinedList"/>
    <dgm:cxn modelId="{98C9C380-08F3-4346-828A-758B1657DAFB}" srcId="{322752B7-7A60-4A47-AF64-7DDC0BED487B}" destId="{4D7255FF-DDE5-4EBE-92DB-DF01BA465751}" srcOrd="1" destOrd="0" parTransId="{BFED0C69-3014-48CA-9A13-8175642E0D3D}" sibTransId="{AE912907-1BC0-4676-A77D-D9486BC29FB8}"/>
    <dgm:cxn modelId="{60F93B87-E043-45D6-9E4A-6CDE52DA7783}" srcId="{322752B7-7A60-4A47-AF64-7DDC0BED487B}" destId="{F35214DB-D2C4-46B4-A6E3-5164D7D48F03}" srcOrd="3" destOrd="0" parTransId="{335A5574-C4F0-4F0D-B2DF-C0249DD7AE30}" sibTransId="{A4F2B7FC-C810-497B-9F5B-373DF430AF11}"/>
    <dgm:cxn modelId="{5F3059B6-F1BE-5F45-BB2B-74F5406EF31B}" type="presOf" srcId="{322752B7-7A60-4A47-AF64-7DDC0BED487B}" destId="{B785FB9E-C7EC-644D-932D-F80F066A6FC6}" srcOrd="0" destOrd="0" presId="urn:microsoft.com/office/officeart/2008/layout/LinedList"/>
    <dgm:cxn modelId="{904074CF-7E1B-7F48-B1D9-C050FDA91594}" type="presOf" srcId="{28913F3F-D1C8-45D4-9D97-263F941A01E8}" destId="{0AEEA2A6-4CEC-9A43-BC20-1670EBCFD97D}" srcOrd="0" destOrd="0" presId="urn:microsoft.com/office/officeart/2008/layout/LinedList"/>
    <dgm:cxn modelId="{12023CD8-F237-40EB-B013-D0B73E17EC16}" srcId="{322752B7-7A60-4A47-AF64-7DDC0BED487B}" destId="{F77638B7-E77C-4BD8-B58D-C52119E9CAA8}" srcOrd="2" destOrd="0" parTransId="{1BE063E5-51F3-4245-B403-7FCD18B50942}" sibTransId="{AAF3BC40-CD53-4C94-B8C3-0EF26A27C136}"/>
    <dgm:cxn modelId="{01046CFE-21A3-459F-9219-5C3647E16E2F}" srcId="{322752B7-7A60-4A47-AF64-7DDC0BED487B}" destId="{28913F3F-D1C8-45D4-9D97-263F941A01E8}" srcOrd="0" destOrd="0" parTransId="{C73E248A-6BA2-460E-8AC3-26A84AEAB8EF}" sibTransId="{3E353743-CDF7-4CBB-A923-C12316BB2634}"/>
    <dgm:cxn modelId="{94C7C22B-DA3A-B44B-AEB8-70765DD57D05}" type="presParOf" srcId="{B785FB9E-C7EC-644D-932D-F80F066A6FC6}" destId="{9A412B6D-F86F-A048-B223-2691B5E28784}" srcOrd="0" destOrd="0" presId="urn:microsoft.com/office/officeart/2008/layout/LinedList"/>
    <dgm:cxn modelId="{9F37A816-8D5F-BC49-91BA-95501891F1FB}" type="presParOf" srcId="{B785FB9E-C7EC-644D-932D-F80F066A6FC6}" destId="{CA60A89E-730F-7946-87D8-0E75ECB2B8CB}" srcOrd="1" destOrd="0" presId="urn:microsoft.com/office/officeart/2008/layout/LinedList"/>
    <dgm:cxn modelId="{B1B3A347-7052-B342-B959-10C45A82528C}" type="presParOf" srcId="{CA60A89E-730F-7946-87D8-0E75ECB2B8CB}" destId="{0AEEA2A6-4CEC-9A43-BC20-1670EBCFD97D}" srcOrd="0" destOrd="0" presId="urn:microsoft.com/office/officeart/2008/layout/LinedList"/>
    <dgm:cxn modelId="{E55B77E7-631A-5042-86B8-A93561E40315}" type="presParOf" srcId="{CA60A89E-730F-7946-87D8-0E75ECB2B8CB}" destId="{EEF586BE-B1E2-3E48-AF6F-CB168F741B39}" srcOrd="1" destOrd="0" presId="urn:microsoft.com/office/officeart/2008/layout/LinedList"/>
    <dgm:cxn modelId="{BD8090BA-2880-764F-9DB1-7C55418F321C}" type="presParOf" srcId="{B785FB9E-C7EC-644D-932D-F80F066A6FC6}" destId="{91DF7202-F7D6-B246-9AA1-4BB14DC58855}" srcOrd="2" destOrd="0" presId="urn:microsoft.com/office/officeart/2008/layout/LinedList"/>
    <dgm:cxn modelId="{CCC55E81-9A75-A943-AFD1-0EAF4E501F1E}" type="presParOf" srcId="{B785FB9E-C7EC-644D-932D-F80F066A6FC6}" destId="{F24B627B-216A-5E4A-8184-8CAD8191CC42}" srcOrd="3" destOrd="0" presId="urn:microsoft.com/office/officeart/2008/layout/LinedList"/>
    <dgm:cxn modelId="{4210ACAD-93C1-4B4B-8071-711166F0110B}" type="presParOf" srcId="{F24B627B-216A-5E4A-8184-8CAD8191CC42}" destId="{4312B7F0-6EE5-8C4B-9E08-9E7C4F6BABA1}" srcOrd="0" destOrd="0" presId="urn:microsoft.com/office/officeart/2008/layout/LinedList"/>
    <dgm:cxn modelId="{EB3D2A29-98F4-C446-842C-29E067EB2230}" type="presParOf" srcId="{F24B627B-216A-5E4A-8184-8CAD8191CC42}" destId="{E7D07CCB-5F4E-3C4D-9C23-8706519E7E25}" srcOrd="1" destOrd="0" presId="urn:microsoft.com/office/officeart/2008/layout/LinedList"/>
    <dgm:cxn modelId="{5C13B2B2-5B15-C241-B4B9-3E044DE7DED1}" type="presParOf" srcId="{B785FB9E-C7EC-644D-932D-F80F066A6FC6}" destId="{B3467C0A-FE0D-BB49-8732-AC9C6EE65A77}" srcOrd="4" destOrd="0" presId="urn:microsoft.com/office/officeart/2008/layout/LinedList"/>
    <dgm:cxn modelId="{E7FED1F6-A072-994E-BF24-B7D34245C5EF}" type="presParOf" srcId="{B785FB9E-C7EC-644D-932D-F80F066A6FC6}" destId="{7083411B-283C-B645-A4E2-D745EF3BD637}" srcOrd="5" destOrd="0" presId="urn:microsoft.com/office/officeart/2008/layout/LinedList"/>
    <dgm:cxn modelId="{B982A88D-83D0-9D4D-B365-D2AFB69BB08D}" type="presParOf" srcId="{7083411B-283C-B645-A4E2-D745EF3BD637}" destId="{C89B8404-05BA-C14D-BB2B-1B60580DF5E4}" srcOrd="0" destOrd="0" presId="urn:microsoft.com/office/officeart/2008/layout/LinedList"/>
    <dgm:cxn modelId="{EB4FF440-C32D-C84D-9B98-4B9F61D008CD}" type="presParOf" srcId="{7083411B-283C-B645-A4E2-D745EF3BD637}" destId="{5CC96B0E-8630-654E-B39E-125C77E15FC7}" srcOrd="1" destOrd="0" presId="urn:microsoft.com/office/officeart/2008/layout/LinedList"/>
    <dgm:cxn modelId="{E0F604CD-5CCB-B145-B26B-99D5F03207DB}" type="presParOf" srcId="{B785FB9E-C7EC-644D-932D-F80F066A6FC6}" destId="{F2C20068-BF18-4E45-8505-120AE415EC19}" srcOrd="6" destOrd="0" presId="urn:microsoft.com/office/officeart/2008/layout/LinedList"/>
    <dgm:cxn modelId="{8FED238D-FE44-734C-B4F0-228774134F01}" type="presParOf" srcId="{B785FB9E-C7EC-644D-932D-F80F066A6FC6}" destId="{89D6E9EF-16DC-4E4D-BEB5-A24222664464}" srcOrd="7" destOrd="0" presId="urn:microsoft.com/office/officeart/2008/layout/LinedList"/>
    <dgm:cxn modelId="{9A43BC5D-27F4-5E4A-A63E-4BE90E65CE90}" type="presParOf" srcId="{89D6E9EF-16DC-4E4D-BEB5-A24222664464}" destId="{D85039B6-6D99-F04F-AF6B-C4336FC2C181}" srcOrd="0" destOrd="0" presId="urn:microsoft.com/office/officeart/2008/layout/LinedList"/>
    <dgm:cxn modelId="{9EF0C060-3400-8D47-AC03-0CD059569407}" type="presParOf" srcId="{89D6E9EF-16DC-4E4D-BEB5-A24222664464}" destId="{A34D22E9-55CD-BA46-A82B-CACFD93513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C338242-66F9-45AF-88D5-0D57FE611646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2C4FB0-B43B-40CF-B75B-7F88847A64E9}">
      <dgm:prSet/>
      <dgm:spPr/>
      <dgm:t>
        <a:bodyPr/>
        <a:lstStyle/>
        <a:p>
          <a:r>
            <a:rPr lang="en-CA" dirty="0"/>
            <a:t>What if we wanted to provide a variable number of parameters?</a:t>
          </a:r>
          <a:endParaRPr lang="en-US" dirty="0"/>
        </a:p>
      </dgm:t>
    </dgm:pt>
    <dgm:pt modelId="{743BC41D-67E7-4B5D-A680-2A1FD3C09C2B}" type="parTrans" cxnId="{1ED85169-4469-4842-97E3-4D01A259E9E1}">
      <dgm:prSet/>
      <dgm:spPr/>
      <dgm:t>
        <a:bodyPr/>
        <a:lstStyle/>
        <a:p>
          <a:endParaRPr lang="en-US"/>
        </a:p>
      </dgm:t>
    </dgm:pt>
    <dgm:pt modelId="{B3116EEB-699D-4B61-ACBE-FD1A59D3A654}" type="sibTrans" cxnId="{1ED85169-4469-4842-97E3-4D01A259E9E1}">
      <dgm:prSet/>
      <dgm:spPr/>
      <dgm:t>
        <a:bodyPr/>
        <a:lstStyle/>
        <a:p>
          <a:endParaRPr lang="en-US"/>
        </a:p>
      </dgm:t>
    </dgm:pt>
    <dgm:pt modelId="{334D4077-82EA-4515-B944-151F2C660CD7}">
      <dgm:prSet/>
      <dgm:spPr/>
      <dgm:t>
        <a:bodyPr/>
        <a:lstStyle/>
        <a:p>
          <a:r>
            <a:rPr lang="en-CA" dirty="0" err="1"/>
            <a:t>E.g</a:t>
          </a:r>
          <a:r>
            <a:rPr lang="en-CA" dirty="0"/>
            <a:t>: </a:t>
          </a:r>
          <a:r>
            <a:rPr lang="en-CA" dirty="0" err="1"/>
            <a:t>my_print</a:t>
          </a:r>
          <a:r>
            <a:rPr lang="en-CA" dirty="0"/>
            <a:t>(“COMP3522”, “is great”, “but Thursdays are long”)</a:t>
          </a:r>
          <a:endParaRPr lang="en-US" dirty="0"/>
        </a:p>
      </dgm:t>
    </dgm:pt>
    <dgm:pt modelId="{6DADDCF9-C0F1-45D5-BF2F-7D9692CCC7B8}" type="parTrans" cxnId="{59F7A260-CACB-4608-9CFE-A71D77AE2411}">
      <dgm:prSet/>
      <dgm:spPr/>
      <dgm:t>
        <a:bodyPr/>
        <a:lstStyle/>
        <a:p>
          <a:endParaRPr lang="en-US"/>
        </a:p>
      </dgm:t>
    </dgm:pt>
    <dgm:pt modelId="{A1AACC61-1E2D-448E-9663-1E322B7E2868}" type="sibTrans" cxnId="{59F7A260-CACB-4608-9CFE-A71D77AE2411}">
      <dgm:prSet/>
      <dgm:spPr/>
      <dgm:t>
        <a:bodyPr/>
        <a:lstStyle/>
        <a:p>
          <a:endParaRPr lang="en-US"/>
        </a:p>
      </dgm:t>
    </dgm:pt>
    <dgm:pt modelId="{84B272EC-8E0E-4F47-8053-14BCAE4216A5}">
      <dgm:prSet/>
      <dgm:spPr/>
      <dgm:t>
        <a:bodyPr/>
        <a:lstStyle/>
        <a:p>
          <a:r>
            <a:rPr lang="en-CA" dirty="0"/>
            <a:t>We could have the function expect a list and iterate through it.</a:t>
          </a:r>
          <a:endParaRPr lang="en-US" dirty="0"/>
        </a:p>
      </dgm:t>
    </dgm:pt>
    <dgm:pt modelId="{AF089DB2-1519-4875-8E28-2323F173F1EE}" type="parTrans" cxnId="{7E0EA03C-15A5-4122-A471-68F97E0E47AA}">
      <dgm:prSet/>
      <dgm:spPr/>
      <dgm:t>
        <a:bodyPr/>
        <a:lstStyle/>
        <a:p>
          <a:endParaRPr lang="en-US"/>
        </a:p>
      </dgm:t>
    </dgm:pt>
    <dgm:pt modelId="{C754CC1D-2666-4AA9-BBF1-C1788052989B}" type="sibTrans" cxnId="{7E0EA03C-15A5-4122-A471-68F97E0E47AA}">
      <dgm:prSet/>
      <dgm:spPr/>
      <dgm:t>
        <a:bodyPr/>
        <a:lstStyle/>
        <a:p>
          <a:endParaRPr lang="en-US"/>
        </a:p>
      </dgm:t>
    </dgm:pt>
    <dgm:pt modelId="{121D7B8E-6CC6-46F4-BF4E-010462FD6077}">
      <dgm:prSet/>
      <dgm:spPr/>
      <dgm:t>
        <a:bodyPr/>
        <a:lstStyle/>
        <a:p>
          <a:r>
            <a:rPr lang="en-CA"/>
            <a:t>Or maybe there is a better way to do this since Python </a:t>
          </a:r>
          <a:r>
            <a:rPr lang="en-CA" dirty="0"/>
            <a:t>is cleaner and nicer?</a:t>
          </a:r>
          <a:endParaRPr lang="en-US" dirty="0"/>
        </a:p>
      </dgm:t>
    </dgm:pt>
    <dgm:pt modelId="{2EA9FA66-AD17-4435-8464-BB1892975D09}" type="parTrans" cxnId="{19AC79F4-399F-4ACB-854F-F16D74418293}">
      <dgm:prSet/>
      <dgm:spPr/>
      <dgm:t>
        <a:bodyPr/>
        <a:lstStyle/>
        <a:p>
          <a:endParaRPr lang="en-US"/>
        </a:p>
      </dgm:t>
    </dgm:pt>
    <dgm:pt modelId="{FB86A0D7-4D93-4F13-81EC-027C627A8E23}" type="sibTrans" cxnId="{19AC79F4-399F-4ACB-854F-F16D74418293}">
      <dgm:prSet/>
      <dgm:spPr/>
      <dgm:t>
        <a:bodyPr/>
        <a:lstStyle/>
        <a:p>
          <a:endParaRPr lang="en-US"/>
        </a:p>
      </dgm:t>
    </dgm:pt>
    <dgm:pt modelId="{5D4DC5E3-24BE-3A44-8DFF-290586DA553A}" type="pres">
      <dgm:prSet presAssocID="{9C338242-66F9-45AF-88D5-0D57FE611646}" presName="vert0" presStyleCnt="0">
        <dgm:presLayoutVars>
          <dgm:dir/>
          <dgm:animOne val="branch"/>
          <dgm:animLvl val="lvl"/>
        </dgm:presLayoutVars>
      </dgm:prSet>
      <dgm:spPr/>
    </dgm:pt>
    <dgm:pt modelId="{61018AC1-027F-1942-8C96-72810890A836}" type="pres">
      <dgm:prSet presAssocID="{B72C4FB0-B43B-40CF-B75B-7F88847A64E9}" presName="thickLine" presStyleLbl="alignNode1" presStyleIdx="0" presStyleCnt="4"/>
      <dgm:spPr/>
    </dgm:pt>
    <dgm:pt modelId="{8E489AF3-9814-2A45-8FF2-C2C797459A53}" type="pres">
      <dgm:prSet presAssocID="{B72C4FB0-B43B-40CF-B75B-7F88847A64E9}" presName="horz1" presStyleCnt="0"/>
      <dgm:spPr/>
    </dgm:pt>
    <dgm:pt modelId="{F9588E3D-625E-7B40-A29F-533F3CA82454}" type="pres">
      <dgm:prSet presAssocID="{B72C4FB0-B43B-40CF-B75B-7F88847A64E9}" presName="tx1" presStyleLbl="revTx" presStyleIdx="0" presStyleCnt="4"/>
      <dgm:spPr/>
    </dgm:pt>
    <dgm:pt modelId="{29957617-29ED-4343-8A81-254C46F1A89C}" type="pres">
      <dgm:prSet presAssocID="{B72C4FB0-B43B-40CF-B75B-7F88847A64E9}" presName="vert1" presStyleCnt="0"/>
      <dgm:spPr/>
    </dgm:pt>
    <dgm:pt modelId="{A5CCAF85-4181-3A40-B960-278CF28B57CD}" type="pres">
      <dgm:prSet presAssocID="{334D4077-82EA-4515-B944-151F2C660CD7}" presName="thickLine" presStyleLbl="alignNode1" presStyleIdx="1" presStyleCnt="4"/>
      <dgm:spPr/>
    </dgm:pt>
    <dgm:pt modelId="{6E708916-265F-404D-9113-DB27D209F195}" type="pres">
      <dgm:prSet presAssocID="{334D4077-82EA-4515-B944-151F2C660CD7}" presName="horz1" presStyleCnt="0"/>
      <dgm:spPr/>
    </dgm:pt>
    <dgm:pt modelId="{33BCFEA1-E116-5640-B41C-A1B19ACA66C4}" type="pres">
      <dgm:prSet presAssocID="{334D4077-82EA-4515-B944-151F2C660CD7}" presName="tx1" presStyleLbl="revTx" presStyleIdx="1" presStyleCnt="4"/>
      <dgm:spPr/>
    </dgm:pt>
    <dgm:pt modelId="{28E2B972-F878-8C4C-BD44-48E0D6D99C8F}" type="pres">
      <dgm:prSet presAssocID="{334D4077-82EA-4515-B944-151F2C660CD7}" presName="vert1" presStyleCnt="0"/>
      <dgm:spPr/>
    </dgm:pt>
    <dgm:pt modelId="{453B29C6-E313-F54E-9F70-9CDCB584D228}" type="pres">
      <dgm:prSet presAssocID="{84B272EC-8E0E-4F47-8053-14BCAE4216A5}" presName="thickLine" presStyleLbl="alignNode1" presStyleIdx="2" presStyleCnt="4"/>
      <dgm:spPr/>
    </dgm:pt>
    <dgm:pt modelId="{A68C78FF-32A9-4B43-8FC0-4B4994A00513}" type="pres">
      <dgm:prSet presAssocID="{84B272EC-8E0E-4F47-8053-14BCAE4216A5}" presName="horz1" presStyleCnt="0"/>
      <dgm:spPr/>
    </dgm:pt>
    <dgm:pt modelId="{0CC02E19-504E-154E-A333-7AFDE5CFFC7E}" type="pres">
      <dgm:prSet presAssocID="{84B272EC-8E0E-4F47-8053-14BCAE4216A5}" presName="tx1" presStyleLbl="revTx" presStyleIdx="2" presStyleCnt="4"/>
      <dgm:spPr/>
    </dgm:pt>
    <dgm:pt modelId="{1C1706F7-D147-7F4B-AB47-B90E212B26C8}" type="pres">
      <dgm:prSet presAssocID="{84B272EC-8E0E-4F47-8053-14BCAE4216A5}" presName="vert1" presStyleCnt="0"/>
      <dgm:spPr/>
    </dgm:pt>
    <dgm:pt modelId="{E35A9848-A1AC-2A42-9A51-5091F53F7F9D}" type="pres">
      <dgm:prSet presAssocID="{121D7B8E-6CC6-46F4-BF4E-010462FD6077}" presName="thickLine" presStyleLbl="alignNode1" presStyleIdx="3" presStyleCnt="4"/>
      <dgm:spPr/>
    </dgm:pt>
    <dgm:pt modelId="{D9BCF20F-DA4C-2E44-9DBE-3320D80346DF}" type="pres">
      <dgm:prSet presAssocID="{121D7B8E-6CC6-46F4-BF4E-010462FD6077}" presName="horz1" presStyleCnt="0"/>
      <dgm:spPr/>
    </dgm:pt>
    <dgm:pt modelId="{0BC4C76D-CA0F-F34A-846C-3AACE318B4CF}" type="pres">
      <dgm:prSet presAssocID="{121D7B8E-6CC6-46F4-BF4E-010462FD6077}" presName="tx1" presStyleLbl="revTx" presStyleIdx="3" presStyleCnt="4"/>
      <dgm:spPr/>
    </dgm:pt>
    <dgm:pt modelId="{B6C6DC59-6049-7C44-A2E9-3B13FBCFFDE2}" type="pres">
      <dgm:prSet presAssocID="{121D7B8E-6CC6-46F4-BF4E-010462FD6077}" presName="vert1" presStyleCnt="0"/>
      <dgm:spPr/>
    </dgm:pt>
  </dgm:ptLst>
  <dgm:cxnLst>
    <dgm:cxn modelId="{0F351C05-148C-084D-AD32-764B517FEE89}" type="presOf" srcId="{9C338242-66F9-45AF-88D5-0D57FE611646}" destId="{5D4DC5E3-24BE-3A44-8DFF-290586DA553A}" srcOrd="0" destOrd="0" presId="urn:microsoft.com/office/officeart/2008/layout/LinedList"/>
    <dgm:cxn modelId="{38D5D22E-3E10-804C-8622-751263C10D6A}" type="presOf" srcId="{84B272EC-8E0E-4F47-8053-14BCAE4216A5}" destId="{0CC02E19-504E-154E-A333-7AFDE5CFFC7E}" srcOrd="0" destOrd="0" presId="urn:microsoft.com/office/officeart/2008/layout/LinedList"/>
    <dgm:cxn modelId="{7E0EA03C-15A5-4122-A471-68F97E0E47AA}" srcId="{9C338242-66F9-45AF-88D5-0D57FE611646}" destId="{84B272EC-8E0E-4F47-8053-14BCAE4216A5}" srcOrd="2" destOrd="0" parTransId="{AF089DB2-1519-4875-8E28-2323F173F1EE}" sibTransId="{C754CC1D-2666-4AA9-BBF1-C1788052989B}"/>
    <dgm:cxn modelId="{59F7A260-CACB-4608-9CFE-A71D77AE2411}" srcId="{9C338242-66F9-45AF-88D5-0D57FE611646}" destId="{334D4077-82EA-4515-B944-151F2C660CD7}" srcOrd="1" destOrd="0" parTransId="{6DADDCF9-C0F1-45D5-BF2F-7D9692CCC7B8}" sibTransId="{A1AACC61-1E2D-448E-9663-1E322B7E2868}"/>
    <dgm:cxn modelId="{C95ED365-0C13-5F45-B8C0-AE36ECD2EF0F}" type="presOf" srcId="{334D4077-82EA-4515-B944-151F2C660CD7}" destId="{33BCFEA1-E116-5640-B41C-A1B19ACA66C4}" srcOrd="0" destOrd="0" presId="urn:microsoft.com/office/officeart/2008/layout/LinedList"/>
    <dgm:cxn modelId="{1ED85169-4469-4842-97E3-4D01A259E9E1}" srcId="{9C338242-66F9-45AF-88D5-0D57FE611646}" destId="{B72C4FB0-B43B-40CF-B75B-7F88847A64E9}" srcOrd="0" destOrd="0" parTransId="{743BC41D-67E7-4B5D-A680-2A1FD3C09C2B}" sibTransId="{B3116EEB-699D-4B61-ACBE-FD1A59D3A654}"/>
    <dgm:cxn modelId="{3107C17D-3682-A146-A771-B2AE3DF85ED5}" type="presOf" srcId="{121D7B8E-6CC6-46F4-BF4E-010462FD6077}" destId="{0BC4C76D-CA0F-F34A-846C-3AACE318B4CF}" srcOrd="0" destOrd="0" presId="urn:microsoft.com/office/officeart/2008/layout/LinedList"/>
    <dgm:cxn modelId="{917FED8E-9451-C843-B41B-CD80774B8C0E}" type="presOf" srcId="{B72C4FB0-B43B-40CF-B75B-7F88847A64E9}" destId="{F9588E3D-625E-7B40-A29F-533F3CA82454}" srcOrd="0" destOrd="0" presId="urn:microsoft.com/office/officeart/2008/layout/LinedList"/>
    <dgm:cxn modelId="{19AC79F4-399F-4ACB-854F-F16D74418293}" srcId="{9C338242-66F9-45AF-88D5-0D57FE611646}" destId="{121D7B8E-6CC6-46F4-BF4E-010462FD6077}" srcOrd="3" destOrd="0" parTransId="{2EA9FA66-AD17-4435-8464-BB1892975D09}" sibTransId="{FB86A0D7-4D93-4F13-81EC-027C627A8E23}"/>
    <dgm:cxn modelId="{0F9C7B09-005B-174A-8316-DF7C0DAB3DAD}" type="presParOf" srcId="{5D4DC5E3-24BE-3A44-8DFF-290586DA553A}" destId="{61018AC1-027F-1942-8C96-72810890A836}" srcOrd="0" destOrd="0" presId="urn:microsoft.com/office/officeart/2008/layout/LinedList"/>
    <dgm:cxn modelId="{EBCF446B-F2FE-E346-82FB-4742A2880989}" type="presParOf" srcId="{5D4DC5E3-24BE-3A44-8DFF-290586DA553A}" destId="{8E489AF3-9814-2A45-8FF2-C2C797459A53}" srcOrd="1" destOrd="0" presId="urn:microsoft.com/office/officeart/2008/layout/LinedList"/>
    <dgm:cxn modelId="{FE53CB52-8FA5-2F46-9AF4-136AAB8FB924}" type="presParOf" srcId="{8E489AF3-9814-2A45-8FF2-C2C797459A53}" destId="{F9588E3D-625E-7B40-A29F-533F3CA82454}" srcOrd="0" destOrd="0" presId="urn:microsoft.com/office/officeart/2008/layout/LinedList"/>
    <dgm:cxn modelId="{147B4777-28EA-EE47-BF69-01264AA5D2BC}" type="presParOf" srcId="{8E489AF3-9814-2A45-8FF2-C2C797459A53}" destId="{29957617-29ED-4343-8A81-254C46F1A89C}" srcOrd="1" destOrd="0" presId="urn:microsoft.com/office/officeart/2008/layout/LinedList"/>
    <dgm:cxn modelId="{38DDD982-4503-434F-A9EB-B82DA727459D}" type="presParOf" srcId="{5D4DC5E3-24BE-3A44-8DFF-290586DA553A}" destId="{A5CCAF85-4181-3A40-B960-278CF28B57CD}" srcOrd="2" destOrd="0" presId="urn:microsoft.com/office/officeart/2008/layout/LinedList"/>
    <dgm:cxn modelId="{119F5C88-0527-DA41-9B95-B6DE15D1A727}" type="presParOf" srcId="{5D4DC5E3-24BE-3A44-8DFF-290586DA553A}" destId="{6E708916-265F-404D-9113-DB27D209F195}" srcOrd="3" destOrd="0" presId="urn:microsoft.com/office/officeart/2008/layout/LinedList"/>
    <dgm:cxn modelId="{94B42BDB-325B-B841-8646-3DD90680B809}" type="presParOf" srcId="{6E708916-265F-404D-9113-DB27D209F195}" destId="{33BCFEA1-E116-5640-B41C-A1B19ACA66C4}" srcOrd="0" destOrd="0" presId="urn:microsoft.com/office/officeart/2008/layout/LinedList"/>
    <dgm:cxn modelId="{D04AEFA6-D15C-C34C-9B84-BF632265BE95}" type="presParOf" srcId="{6E708916-265F-404D-9113-DB27D209F195}" destId="{28E2B972-F878-8C4C-BD44-48E0D6D99C8F}" srcOrd="1" destOrd="0" presId="urn:microsoft.com/office/officeart/2008/layout/LinedList"/>
    <dgm:cxn modelId="{9C29C180-5E6C-864D-B24E-BD250F83DC2E}" type="presParOf" srcId="{5D4DC5E3-24BE-3A44-8DFF-290586DA553A}" destId="{453B29C6-E313-F54E-9F70-9CDCB584D228}" srcOrd="4" destOrd="0" presId="urn:microsoft.com/office/officeart/2008/layout/LinedList"/>
    <dgm:cxn modelId="{69C1C465-9ED4-DA42-AED2-86C1FE14419F}" type="presParOf" srcId="{5D4DC5E3-24BE-3A44-8DFF-290586DA553A}" destId="{A68C78FF-32A9-4B43-8FC0-4B4994A00513}" srcOrd="5" destOrd="0" presId="urn:microsoft.com/office/officeart/2008/layout/LinedList"/>
    <dgm:cxn modelId="{2D0322A8-4142-C54B-BCEA-0EE98DC147C2}" type="presParOf" srcId="{A68C78FF-32A9-4B43-8FC0-4B4994A00513}" destId="{0CC02E19-504E-154E-A333-7AFDE5CFFC7E}" srcOrd="0" destOrd="0" presId="urn:microsoft.com/office/officeart/2008/layout/LinedList"/>
    <dgm:cxn modelId="{D141B596-5FB5-4042-98E4-7E3DF01945B0}" type="presParOf" srcId="{A68C78FF-32A9-4B43-8FC0-4B4994A00513}" destId="{1C1706F7-D147-7F4B-AB47-B90E212B26C8}" srcOrd="1" destOrd="0" presId="urn:microsoft.com/office/officeart/2008/layout/LinedList"/>
    <dgm:cxn modelId="{70EF4ECE-1E59-4949-8DD2-2B8F0A59C6A9}" type="presParOf" srcId="{5D4DC5E3-24BE-3A44-8DFF-290586DA553A}" destId="{E35A9848-A1AC-2A42-9A51-5091F53F7F9D}" srcOrd="6" destOrd="0" presId="urn:microsoft.com/office/officeart/2008/layout/LinedList"/>
    <dgm:cxn modelId="{0CCE781F-0E25-9F4C-9699-33716DB97AA2}" type="presParOf" srcId="{5D4DC5E3-24BE-3A44-8DFF-290586DA553A}" destId="{D9BCF20F-DA4C-2E44-9DBE-3320D80346DF}" srcOrd="7" destOrd="0" presId="urn:microsoft.com/office/officeart/2008/layout/LinedList"/>
    <dgm:cxn modelId="{BBFD566F-73F2-0943-9497-5F5B832FA473}" type="presParOf" srcId="{D9BCF20F-DA4C-2E44-9DBE-3320D80346DF}" destId="{0BC4C76D-CA0F-F34A-846C-3AACE318B4CF}" srcOrd="0" destOrd="0" presId="urn:microsoft.com/office/officeart/2008/layout/LinedList"/>
    <dgm:cxn modelId="{0942DD2D-DDA8-FC4C-AFEF-69353FEEC7EC}" type="presParOf" srcId="{D9BCF20F-DA4C-2E44-9DBE-3320D80346DF}" destId="{B6C6DC59-6049-7C44-A2E9-3B13FBCFFD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A56B1-2E58-E544-906A-3911DB505491}">
      <dsp:nvSpPr>
        <dsp:cNvPr id="0" name=""/>
        <dsp:cNvSpPr/>
      </dsp:nvSpPr>
      <dsp:spPr>
        <a:xfrm>
          <a:off x="0" y="227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breakfast = ["0 - Eggs", "1 - Toast", "2 - Granola", "3 - Yoghurt", "4 - Banana", "5 - Orange",</a:t>
          </a:r>
          <a:br>
            <a:rPr lang="en-CA" sz="2000" kern="1200" dirty="0">
              <a:solidFill>
                <a:schemeClr val="tx1"/>
              </a:solidFill>
            </a:rPr>
          </a:br>
          <a:r>
            <a:rPr lang="en-CA" sz="2000" kern="1200" dirty="0">
              <a:solidFill>
                <a:schemeClr val="tx1"/>
              </a:solidFill>
            </a:rPr>
            <a:t>                              "6 - Juice"]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30569"/>
        <a:ext cx="9997715" cy="560878"/>
      </dsp:txXfrm>
    </dsp:sp>
    <dsp:sp modelId="{D54F96D8-6ACC-6748-914F-DD7B19EC7075}">
      <dsp:nvSpPr>
        <dsp:cNvPr id="0" name=""/>
        <dsp:cNvSpPr/>
      </dsp:nvSpPr>
      <dsp:spPr>
        <a:xfrm>
          <a:off x="0" y="633040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print(breakfast[:5])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663382"/>
        <a:ext cx="9997715" cy="560878"/>
      </dsp:txXfrm>
    </dsp:sp>
    <dsp:sp modelId="{4E775A84-328A-B34B-9A3E-084856FEEE40}">
      <dsp:nvSpPr>
        <dsp:cNvPr id="0" name=""/>
        <dsp:cNvSpPr/>
      </dsp:nvSpPr>
      <dsp:spPr>
        <a:xfrm>
          <a:off x="0" y="1265852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print(breakfast[2:])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1296194"/>
        <a:ext cx="9997715" cy="560878"/>
      </dsp:txXfrm>
    </dsp:sp>
    <dsp:sp modelId="{88507273-D5C3-8643-86DA-066AE3EB3580}">
      <dsp:nvSpPr>
        <dsp:cNvPr id="0" name=""/>
        <dsp:cNvSpPr/>
      </dsp:nvSpPr>
      <dsp:spPr>
        <a:xfrm>
          <a:off x="0" y="1898665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print(breakfast[2:5])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1929007"/>
        <a:ext cx="9997715" cy="560878"/>
      </dsp:txXfrm>
    </dsp:sp>
    <dsp:sp modelId="{C7634306-888D-9547-A478-0EE63E888CFE}">
      <dsp:nvSpPr>
        <dsp:cNvPr id="0" name=""/>
        <dsp:cNvSpPr/>
      </dsp:nvSpPr>
      <dsp:spPr>
        <a:xfrm>
          <a:off x="0" y="2531477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print(breakfast[2:5:2])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2561819"/>
        <a:ext cx="9997715" cy="560878"/>
      </dsp:txXfrm>
    </dsp:sp>
    <dsp:sp modelId="{D1659C20-4050-F145-8693-0E6D5F0A18AC}">
      <dsp:nvSpPr>
        <dsp:cNvPr id="0" name=""/>
        <dsp:cNvSpPr/>
      </dsp:nvSpPr>
      <dsp:spPr>
        <a:xfrm>
          <a:off x="0" y="3164290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print(breakfast[5:2:-1])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3194632"/>
        <a:ext cx="9997715" cy="5608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A56B1-2E58-E544-906A-3911DB505491}">
      <dsp:nvSpPr>
        <dsp:cNvPr id="0" name=""/>
        <dsp:cNvSpPr/>
      </dsp:nvSpPr>
      <dsp:spPr>
        <a:xfrm>
          <a:off x="0" y="227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breakfast = ["0 - Eggs", "1 - Toast", "2 - Granola", "3 - Yoghurt", "4 - Banana", "5 - Orange",</a:t>
          </a:r>
          <a:br>
            <a:rPr lang="en-CA" sz="2000" kern="1200" dirty="0">
              <a:solidFill>
                <a:schemeClr val="tx1"/>
              </a:solidFill>
            </a:rPr>
          </a:br>
          <a:r>
            <a:rPr lang="en-CA" sz="2000" kern="1200" dirty="0">
              <a:solidFill>
                <a:schemeClr val="tx1"/>
              </a:solidFill>
            </a:rPr>
            <a:t>                              "6 - Juice"]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30342" y="30569"/>
        <a:ext cx="9997715" cy="560878"/>
      </dsp:txXfrm>
    </dsp:sp>
    <dsp:sp modelId="{D54F96D8-6ACC-6748-914F-DD7B19EC7075}">
      <dsp:nvSpPr>
        <dsp:cNvPr id="0" name=""/>
        <dsp:cNvSpPr/>
      </dsp:nvSpPr>
      <dsp:spPr>
        <a:xfrm>
          <a:off x="0" y="633040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print(breakfast[:5]) </a:t>
          </a:r>
          <a:r>
            <a:rPr lang="en-CA" sz="2000" kern="1200" dirty="0">
              <a:solidFill>
                <a:srgbClr val="00B050"/>
              </a:solidFill>
            </a:rPr>
            <a:t>#</a:t>
          </a:r>
          <a:r>
            <a:rPr lang="en-US" sz="2000" kern="1200" dirty="0">
              <a:solidFill>
                <a:srgbClr val="00B050"/>
              </a:solidFill>
            </a:rPr>
            <a:t>['0 - Eggs', '1 - Toast', '2 - Granola', '3 - Yoghurt', '4 - Banana']</a:t>
          </a:r>
        </a:p>
      </dsp:txBody>
      <dsp:txXfrm>
        <a:off x="30342" y="663382"/>
        <a:ext cx="9997715" cy="560878"/>
      </dsp:txXfrm>
    </dsp:sp>
    <dsp:sp modelId="{4E775A84-328A-B34B-9A3E-084856FEEE40}">
      <dsp:nvSpPr>
        <dsp:cNvPr id="0" name=""/>
        <dsp:cNvSpPr/>
      </dsp:nvSpPr>
      <dsp:spPr>
        <a:xfrm>
          <a:off x="0" y="1265852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print(breakfast[2:]) </a:t>
          </a:r>
          <a:r>
            <a:rPr lang="en-CA" sz="2000" kern="1200" dirty="0">
              <a:solidFill>
                <a:srgbClr val="00B050"/>
              </a:solidFill>
            </a:rPr>
            <a:t>#</a:t>
          </a:r>
          <a:r>
            <a:rPr lang="en-US" sz="2000" kern="1200" dirty="0">
              <a:solidFill>
                <a:srgbClr val="00B050"/>
              </a:solidFill>
            </a:rPr>
            <a:t>['2 - Granola', '3 - Yoghurt', '4 - Banana', '5 - Orange', '6 - Juice']</a:t>
          </a:r>
        </a:p>
      </dsp:txBody>
      <dsp:txXfrm>
        <a:off x="30342" y="1296194"/>
        <a:ext cx="9997715" cy="560878"/>
      </dsp:txXfrm>
    </dsp:sp>
    <dsp:sp modelId="{88507273-D5C3-8643-86DA-066AE3EB3580}">
      <dsp:nvSpPr>
        <dsp:cNvPr id="0" name=""/>
        <dsp:cNvSpPr/>
      </dsp:nvSpPr>
      <dsp:spPr>
        <a:xfrm>
          <a:off x="0" y="1898665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print(breakfast[2:5]) </a:t>
          </a:r>
          <a:r>
            <a:rPr lang="en-CA" sz="2000" kern="1200" dirty="0">
              <a:solidFill>
                <a:srgbClr val="00B050"/>
              </a:solidFill>
            </a:rPr>
            <a:t>#</a:t>
          </a:r>
          <a:r>
            <a:rPr lang="en-US" sz="2000" kern="1200" dirty="0">
              <a:solidFill>
                <a:srgbClr val="00B050"/>
              </a:solidFill>
            </a:rPr>
            <a:t>['2 - Granola', '3 - Yoghurt', '4 - Banana']</a:t>
          </a:r>
        </a:p>
      </dsp:txBody>
      <dsp:txXfrm>
        <a:off x="30342" y="1929007"/>
        <a:ext cx="9997715" cy="560878"/>
      </dsp:txXfrm>
    </dsp:sp>
    <dsp:sp modelId="{C7634306-888D-9547-A478-0EE63E888CFE}">
      <dsp:nvSpPr>
        <dsp:cNvPr id="0" name=""/>
        <dsp:cNvSpPr/>
      </dsp:nvSpPr>
      <dsp:spPr>
        <a:xfrm>
          <a:off x="0" y="2531477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print(breakfast[2:5:2]) </a:t>
          </a:r>
          <a:r>
            <a:rPr lang="en-CA" sz="2000" kern="1200" dirty="0">
              <a:solidFill>
                <a:srgbClr val="00B050"/>
              </a:solidFill>
            </a:rPr>
            <a:t>#</a:t>
          </a:r>
          <a:r>
            <a:rPr lang="en-US" sz="2000" kern="1200" dirty="0">
              <a:solidFill>
                <a:srgbClr val="00B050"/>
              </a:solidFill>
            </a:rPr>
            <a:t>['2 - Granola', '4 - Banana']</a:t>
          </a:r>
        </a:p>
      </dsp:txBody>
      <dsp:txXfrm>
        <a:off x="30342" y="2561819"/>
        <a:ext cx="9997715" cy="560878"/>
      </dsp:txXfrm>
    </dsp:sp>
    <dsp:sp modelId="{D1659C20-4050-F145-8693-0E6D5F0A18AC}">
      <dsp:nvSpPr>
        <dsp:cNvPr id="0" name=""/>
        <dsp:cNvSpPr/>
      </dsp:nvSpPr>
      <dsp:spPr>
        <a:xfrm>
          <a:off x="0" y="3164290"/>
          <a:ext cx="10058399" cy="621562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>
              <a:solidFill>
                <a:schemeClr val="tx1"/>
              </a:solidFill>
            </a:rPr>
            <a:t>&gt;&gt;&gt; print(breakfast[5:2:-1]) </a:t>
          </a:r>
          <a:r>
            <a:rPr lang="en-CA" sz="2000" kern="1200" dirty="0">
              <a:solidFill>
                <a:srgbClr val="00B050"/>
              </a:solidFill>
            </a:rPr>
            <a:t>#</a:t>
          </a:r>
          <a:r>
            <a:rPr lang="en-US" sz="2000" kern="1200" dirty="0">
              <a:solidFill>
                <a:srgbClr val="00B050"/>
              </a:solidFill>
            </a:rPr>
            <a:t>['5 - Orange', '4 - Banana', '3 - Yoghurt']</a:t>
          </a:r>
        </a:p>
      </dsp:txBody>
      <dsp:txXfrm>
        <a:off x="30342" y="3194632"/>
        <a:ext cx="9997715" cy="5608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6980A-3F18-41EE-A537-2D92E7223200}">
      <dsp:nvSpPr>
        <dsp:cNvPr id="0" name=""/>
        <dsp:cNvSpPr/>
      </dsp:nvSpPr>
      <dsp:spPr>
        <a:xfrm>
          <a:off x="0" y="52809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print(list(range(1,10)))</a:t>
          </a:r>
          <a:endParaRPr lang="en-US" sz="2800" kern="1200" dirty="0"/>
        </a:p>
      </dsp:txBody>
      <dsp:txXfrm>
        <a:off x="32784" y="85593"/>
        <a:ext cx="9992831" cy="606012"/>
      </dsp:txXfrm>
    </dsp:sp>
    <dsp:sp modelId="{AA47FCCC-A332-FD40-AA0D-AEF3F63111D5}">
      <dsp:nvSpPr>
        <dsp:cNvPr id="0" name=""/>
        <dsp:cNvSpPr/>
      </dsp:nvSpPr>
      <dsp:spPr>
        <a:xfrm>
          <a:off x="0" y="80503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print(list(range(0, 10, 2)))</a:t>
          </a:r>
          <a:endParaRPr lang="en-US" sz="2800" kern="1200" dirty="0"/>
        </a:p>
      </dsp:txBody>
      <dsp:txXfrm>
        <a:off x="32784" y="837814"/>
        <a:ext cx="9992831" cy="606012"/>
      </dsp:txXfrm>
    </dsp:sp>
    <dsp:sp modelId="{9B2BBAB6-EADB-154E-B67C-A1BDF9127882}">
      <dsp:nvSpPr>
        <dsp:cNvPr id="0" name=""/>
        <dsp:cNvSpPr/>
      </dsp:nvSpPr>
      <dsp:spPr>
        <a:xfrm>
          <a:off x="0" y="155725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print(list(range(10, 0, -2))) </a:t>
          </a:r>
          <a:endParaRPr lang="en-US" sz="2800" kern="1200" dirty="0"/>
        </a:p>
      </dsp:txBody>
      <dsp:txXfrm>
        <a:off x="32784" y="1590034"/>
        <a:ext cx="9992831" cy="606012"/>
      </dsp:txXfrm>
    </dsp:sp>
    <dsp:sp modelId="{34836E96-9BD1-374F-BDB7-2B82D0B1C50D}">
      <dsp:nvSpPr>
        <dsp:cNvPr id="0" name=""/>
        <dsp:cNvSpPr/>
      </dsp:nvSpPr>
      <dsp:spPr>
        <a:xfrm>
          <a:off x="0" y="230947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print(list(range(0)))</a:t>
          </a:r>
          <a:endParaRPr lang="en-US" sz="2800" kern="1200" dirty="0"/>
        </a:p>
      </dsp:txBody>
      <dsp:txXfrm>
        <a:off x="32784" y="2342254"/>
        <a:ext cx="9992831" cy="606012"/>
      </dsp:txXfrm>
    </dsp:sp>
    <dsp:sp modelId="{28C4380C-B6B5-C046-A6D7-7E7D9A9FD265}">
      <dsp:nvSpPr>
        <dsp:cNvPr id="0" name=""/>
        <dsp:cNvSpPr/>
      </dsp:nvSpPr>
      <dsp:spPr>
        <a:xfrm>
          <a:off x="0" y="306169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print(list(range(5, 0)))</a:t>
          </a:r>
          <a:endParaRPr lang="en-US" sz="2800" kern="1200" dirty="0"/>
        </a:p>
      </dsp:txBody>
      <dsp:txXfrm>
        <a:off x="32784" y="3094474"/>
        <a:ext cx="9992831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6980A-3F18-41EE-A537-2D92E7223200}">
      <dsp:nvSpPr>
        <dsp:cNvPr id="0" name=""/>
        <dsp:cNvSpPr/>
      </dsp:nvSpPr>
      <dsp:spPr>
        <a:xfrm>
          <a:off x="0" y="52809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print(list(range(1,10))) </a:t>
          </a:r>
          <a:r>
            <a:rPr lang="en-CA" sz="2800" kern="1200" dirty="0">
              <a:solidFill>
                <a:srgbClr val="FFFF00"/>
              </a:solidFill>
            </a:rPr>
            <a:t>#</a:t>
          </a:r>
          <a:r>
            <a:rPr lang="en-US" sz="2800" kern="1200" dirty="0">
              <a:solidFill>
                <a:srgbClr val="FFFF00"/>
              </a:solidFill>
            </a:rPr>
            <a:t>[1, 2, 3, 4, 5, 6, 7, 8, 9]</a:t>
          </a:r>
        </a:p>
      </dsp:txBody>
      <dsp:txXfrm>
        <a:off x="32784" y="85593"/>
        <a:ext cx="9992831" cy="606012"/>
      </dsp:txXfrm>
    </dsp:sp>
    <dsp:sp modelId="{AA47FCCC-A332-FD40-AA0D-AEF3F63111D5}">
      <dsp:nvSpPr>
        <dsp:cNvPr id="0" name=""/>
        <dsp:cNvSpPr/>
      </dsp:nvSpPr>
      <dsp:spPr>
        <a:xfrm>
          <a:off x="0" y="80503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print(list(range(0, 10, 2))) </a:t>
          </a:r>
          <a:r>
            <a:rPr lang="en-CA" sz="2800" kern="1200" dirty="0">
              <a:solidFill>
                <a:srgbClr val="FFFF00"/>
              </a:solidFill>
            </a:rPr>
            <a:t>#</a:t>
          </a:r>
          <a:r>
            <a:rPr lang="en-US" sz="2800" kern="1200" dirty="0">
              <a:solidFill>
                <a:srgbClr val="FFFF00"/>
              </a:solidFill>
            </a:rPr>
            <a:t>[0, 2, 4, 6, 8]</a:t>
          </a:r>
        </a:p>
      </dsp:txBody>
      <dsp:txXfrm>
        <a:off x="32784" y="837814"/>
        <a:ext cx="9992831" cy="606012"/>
      </dsp:txXfrm>
    </dsp:sp>
    <dsp:sp modelId="{9B2BBAB6-EADB-154E-B67C-A1BDF9127882}">
      <dsp:nvSpPr>
        <dsp:cNvPr id="0" name=""/>
        <dsp:cNvSpPr/>
      </dsp:nvSpPr>
      <dsp:spPr>
        <a:xfrm>
          <a:off x="0" y="155725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print(list(range(10, 0, -2))) </a:t>
          </a:r>
          <a:r>
            <a:rPr lang="en-CA" sz="2800" kern="1200" dirty="0">
              <a:solidFill>
                <a:srgbClr val="FFFF00"/>
              </a:solidFill>
            </a:rPr>
            <a:t>#</a:t>
          </a:r>
          <a:r>
            <a:rPr lang="en-US" sz="2800" kern="1200" dirty="0">
              <a:solidFill>
                <a:srgbClr val="FFFF00"/>
              </a:solidFill>
            </a:rPr>
            <a:t>[10, 8, 6, 4, 2]</a:t>
          </a:r>
          <a:r>
            <a:rPr lang="en-CA" sz="2800" kern="1200" dirty="0">
              <a:solidFill>
                <a:srgbClr val="FFFF00"/>
              </a:solidFill>
            </a:rPr>
            <a:t> </a:t>
          </a:r>
          <a:endParaRPr lang="en-US" sz="2800" kern="1200" dirty="0">
            <a:solidFill>
              <a:srgbClr val="FFFF00"/>
            </a:solidFill>
          </a:endParaRPr>
        </a:p>
      </dsp:txBody>
      <dsp:txXfrm>
        <a:off x="32784" y="1590034"/>
        <a:ext cx="9992831" cy="606012"/>
      </dsp:txXfrm>
    </dsp:sp>
    <dsp:sp modelId="{34836E96-9BD1-374F-BDB7-2B82D0B1C50D}">
      <dsp:nvSpPr>
        <dsp:cNvPr id="0" name=""/>
        <dsp:cNvSpPr/>
      </dsp:nvSpPr>
      <dsp:spPr>
        <a:xfrm>
          <a:off x="0" y="230947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print(list(range(0))) </a:t>
          </a:r>
          <a:r>
            <a:rPr lang="en-CA" sz="2800" kern="1200" dirty="0">
              <a:solidFill>
                <a:srgbClr val="FFFF00"/>
              </a:solidFill>
            </a:rPr>
            <a:t>#[]</a:t>
          </a:r>
          <a:endParaRPr lang="en-US" sz="2800" kern="1200" dirty="0">
            <a:solidFill>
              <a:srgbClr val="FFFF00"/>
            </a:solidFill>
          </a:endParaRPr>
        </a:p>
      </dsp:txBody>
      <dsp:txXfrm>
        <a:off x="32784" y="2342254"/>
        <a:ext cx="9992831" cy="606012"/>
      </dsp:txXfrm>
    </dsp:sp>
    <dsp:sp modelId="{28C4380C-B6B5-C046-A6D7-7E7D9A9FD265}">
      <dsp:nvSpPr>
        <dsp:cNvPr id="0" name=""/>
        <dsp:cNvSpPr/>
      </dsp:nvSpPr>
      <dsp:spPr>
        <a:xfrm>
          <a:off x="0" y="3061690"/>
          <a:ext cx="10058399" cy="6715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&gt;&gt;&gt; print(list(range(5, 0))) </a:t>
          </a:r>
          <a:r>
            <a:rPr lang="en-CA" sz="2800" kern="1200" dirty="0">
              <a:solidFill>
                <a:srgbClr val="FFFF00"/>
              </a:solidFill>
            </a:rPr>
            <a:t>#[]</a:t>
          </a:r>
          <a:endParaRPr lang="en-US" sz="2800" kern="1200" dirty="0">
            <a:solidFill>
              <a:srgbClr val="FFFF00"/>
            </a:solidFill>
          </a:endParaRPr>
        </a:p>
      </dsp:txBody>
      <dsp:txXfrm>
        <a:off x="32784" y="3094474"/>
        <a:ext cx="9992831" cy="606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412B6D-F86F-A048-B223-2691B5E28784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EEA2A6-4CEC-9A43-BC20-1670EBCFD97D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/>
            <a:t>Just like Java and C++ we can allow our function parameters to have default arguments. </a:t>
          </a:r>
          <a:endParaRPr lang="en-US" sz="2800" kern="1200"/>
        </a:p>
      </dsp:txBody>
      <dsp:txXfrm>
        <a:off x="0" y="0"/>
        <a:ext cx="6797675" cy="1412477"/>
      </dsp:txXfrm>
    </dsp:sp>
    <dsp:sp modelId="{91DF7202-F7D6-B246-9AA1-4BB14DC58855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635930"/>
                <a:satOff val="-14509"/>
                <a:lumOff val="5360"/>
                <a:alphaOff val="0"/>
                <a:shade val="85000"/>
                <a:satMod val="130000"/>
              </a:schemeClr>
            </a:gs>
            <a:gs pos="34000">
              <a:schemeClr val="accent2">
                <a:hueOff val="635930"/>
                <a:satOff val="-14509"/>
                <a:lumOff val="5360"/>
                <a:alphaOff val="0"/>
                <a:shade val="87000"/>
                <a:satMod val="125000"/>
              </a:schemeClr>
            </a:gs>
            <a:gs pos="70000">
              <a:schemeClr val="accent2">
                <a:hueOff val="635930"/>
                <a:satOff val="-14509"/>
                <a:lumOff val="536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635930"/>
                <a:satOff val="-14509"/>
                <a:lumOff val="536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635930"/>
              <a:satOff val="-14509"/>
              <a:lumOff val="536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12B7F0-6EE5-8C4B-9E08-9E7C4F6BABA1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/>
            <a:t>Default arguments need to be at the end of the argument list.</a:t>
          </a:r>
          <a:endParaRPr lang="en-US" sz="2800" kern="1200"/>
        </a:p>
      </dsp:txBody>
      <dsp:txXfrm>
        <a:off x="0" y="1412477"/>
        <a:ext cx="6797675" cy="1412477"/>
      </dsp:txXfrm>
    </dsp:sp>
    <dsp:sp modelId="{B3467C0A-FE0D-BB49-8732-AC9C6EE65A77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1271860"/>
                <a:satOff val="-29019"/>
                <a:lumOff val="10719"/>
                <a:alphaOff val="0"/>
                <a:shade val="85000"/>
                <a:satMod val="130000"/>
              </a:schemeClr>
            </a:gs>
            <a:gs pos="34000">
              <a:schemeClr val="accent2">
                <a:hueOff val="1271860"/>
                <a:satOff val="-29019"/>
                <a:lumOff val="10719"/>
                <a:alphaOff val="0"/>
                <a:shade val="87000"/>
                <a:satMod val="125000"/>
              </a:schemeClr>
            </a:gs>
            <a:gs pos="70000">
              <a:schemeClr val="accent2">
                <a:hueOff val="1271860"/>
                <a:satOff val="-29019"/>
                <a:lumOff val="1071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271860"/>
                <a:satOff val="-29019"/>
                <a:lumOff val="1071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1271860"/>
              <a:satOff val="-29019"/>
              <a:lumOff val="10719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9B8404-05BA-C14D-BB2B-1B60580DF5E4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You cannot have a positional / non-default argument after a default argument.</a:t>
          </a:r>
          <a:endParaRPr lang="en-US" sz="2800" kern="1200" dirty="0"/>
        </a:p>
      </dsp:txBody>
      <dsp:txXfrm>
        <a:off x="0" y="2824955"/>
        <a:ext cx="6797675" cy="1412477"/>
      </dsp:txXfrm>
    </dsp:sp>
    <dsp:sp modelId="{F2C20068-BF18-4E45-8505-120AE415EC19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1907789"/>
                <a:satOff val="-43528"/>
                <a:lumOff val="16079"/>
                <a:alphaOff val="0"/>
                <a:shade val="85000"/>
                <a:satMod val="130000"/>
              </a:schemeClr>
            </a:gs>
            <a:gs pos="34000">
              <a:schemeClr val="accent2">
                <a:hueOff val="1907789"/>
                <a:satOff val="-43528"/>
                <a:lumOff val="16079"/>
                <a:alphaOff val="0"/>
                <a:shade val="87000"/>
                <a:satMod val="125000"/>
              </a:schemeClr>
            </a:gs>
            <a:gs pos="70000">
              <a:schemeClr val="accent2">
                <a:hueOff val="1907789"/>
                <a:satOff val="-43528"/>
                <a:lumOff val="1607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907789"/>
                <a:satOff val="-43528"/>
                <a:lumOff val="1607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1907789"/>
              <a:satOff val="-43528"/>
              <a:lumOff val="16079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5039B6-6D99-F04F-AF6B-C4336FC2C181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800" kern="1200" dirty="0"/>
            <a:t>The least likely default arguments should be to the left of the most likely default arguments.</a:t>
          </a:r>
          <a:endParaRPr lang="en-US" sz="2800" kern="1200" dirty="0"/>
        </a:p>
      </dsp:txBody>
      <dsp:txXfrm>
        <a:off x="0" y="4237433"/>
        <a:ext cx="6797675" cy="14124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18AC1-027F-1942-8C96-72810890A836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588E3D-625E-7B40-A29F-533F3CA82454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 dirty="0"/>
            <a:t>What if we wanted to provide a variable number of parameters?</a:t>
          </a:r>
          <a:endParaRPr lang="en-US" sz="3300" kern="1200" dirty="0"/>
        </a:p>
      </dsp:txBody>
      <dsp:txXfrm>
        <a:off x="0" y="0"/>
        <a:ext cx="6797675" cy="1412477"/>
      </dsp:txXfrm>
    </dsp:sp>
    <dsp:sp modelId="{A5CCAF85-4181-3A40-B960-278CF28B57CD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635930"/>
                <a:satOff val="-14509"/>
                <a:lumOff val="5360"/>
                <a:alphaOff val="0"/>
                <a:shade val="85000"/>
                <a:satMod val="130000"/>
              </a:schemeClr>
            </a:gs>
            <a:gs pos="34000">
              <a:schemeClr val="accent2">
                <a:hueOff val="635930"/>
                <a:satOff val="-14509"/>
                <a:lumOff val="5360"/>
                <a:alphaOff val="0"/>
                <a:shade val="87000"/>
                <a:satMod val="125000"/>
              </a:schemeClr>
            </a:gs>
            <a:gs pos="70000">
              <a:schemeClr val="accent2">
                <a:hueOff val="635930"/>
                <a:satOff val="-14509"/>
                <a:lumOff val="536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635930"/>
                <a:satOff val="-14509"/>
                <a:lumOff val="536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635930"/>
              <a:satOff val="-14509"/>
              <a:lumOff val="536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BCFEA1-E116-5640-B41C-A1B19ACA66C4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 dirty="0" err="1"/>
            <a:t>E.g</a:t>
          </a:r>
          <a:r>
            <a:rPr lang="en-CA" sz="3300" kern="1200" dirty="0"/>
            <a:t>: </a:t>
          </a:r>
          <a:r>
            <a:rPr lang="en-CA" sz="3300" kern="1200" dirty="0" err="1"/>
            <a:t>my_print</a:t>
          </a:r>
          <a:r>
            <a:rPr lang="en-CA" sz="3300" kern="1200" dirty="0"/>
            <a:t>(“COMP3522”, “is great”, “but Thursdays are long”)</a:t>
          </a:r>
          <a:endParaRPr lang="en-US" sz="3300" kern="1200" dirty="0"/>
        </a:p>
      </dsp:txBody>
      <dsp:txXfrm>
        <a:off x="0" y="1412477"/>
        <a:ext cx="6797675" cy="1412477"/>
      </dsp:txXfrm>
    </dsp:sp>
    <dsp:sp modelId="{453B29C6-E313-F54E-9F70-9CDCB584D228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1271860"/>
                <a:satOff val="-29019"/>
                <a:lumOff val="10719"/>
                <a:alphaOff val="0"/>
                <a:shade val="85000"/>
                <a:satMod val="130000"/>
              </a:schemeClr>
            </a:gs>
            <a:gs pos="34000">
              <a:schemeClr val="accent2">
                <a:hueOff val="1271860"/>
                <a:satOff val="-29019"/>
                <a:lumOff val="10719"/>
                <a:alphaOff val="0"/>
                <a:shade val="87000"/>
                <a:satMod val="125000"/>
              </a:schemeClr>
            </a:gs>
            <a:gs pos="70000">
              <a:schemeClr val="accent2">
                <a:hueOff val="1271860"/>
                <a:satOff val="-29019"/>
                <a:lumOff val="1071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271860"/>
                <a:satOff val="-29019"/>
                <a:lumOff val="1071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1271860"/>
              <a:satOff val="-29019"/>
              <a:lumOff val="10719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C02E19-504E-154E-A333-7AFDE5CFFC7E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 dirty="0"/>
            <a:t>We could have the function expect a list and iterate through it.</a:t>
          </a:r>
          <a:endParaRPr lang="en-US" sz="3300" kern="1200" dirty="0"/>
        </a:p>
      </dsp:txBody>
      <dsp:txXfrm>
        <a:off x="0" y="2824955"/>
        <a:ext cx="6797675" cy="1412477"/>
      </dsp:txXfrm>
    </dsp:sp>
    <dsp:sp modelId="{E35A9848-A1AC-2A42-9A51-5091F53F7F9D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gradFill rotWithShape="0">
          <a:gsLst>
            <a:gs pos="0">
              <a:schemeClr val="accent2">
                <a:hueOff val="1907789"/>
                <a:satOff val="-43528"/>
                <a:lumOff val="16079"/>
                <a:alphaOff val="0"/>
                <a:shade val="85000"/>
                <a:satMod val="130000"/>
              </a:schemeClr>
            </a:gs>
            <a:gs pos="34000">
              <a:schemeClr val="accent2">
                <a:hueOff val="1907789"/>
                <a:satOff val="-43528"/>
                <a:lumOff val="16079"/>
                <a:alphaOff val="0"/>
                <a:shade val="87000"/>
                <a:satMod val="125000"/>
              </a:schemeClr>
            </a:gs>
            <a:gs pos="70000">
              <a:schemeClr val="accent2">
                <a:hueOff val="1907789"/>
                <a:satOff val="-43528"/>
                <a:lumOff val="1607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907789"/>
                <a:satOff val="-43528"/>
                <a:lumOff val="1607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 w="12700" cap="flat" cmpd="sng" algn="ctr">
          <a:solidFill>
            <a:schemeClr val="accent2">
              <a:hueOff val="1907789"/>
              <a:satOff val="-43528"/>
              <a:lumOff val="16079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C4C76D-CA0F-F34A-846C-3AACE318B4CF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300" kern="1200"/>
            <a:t>Or maybe there is a better way to do this since Python </a:t>
          </a:r>
          <a:r>
            <a:rPr lang="en-CA" sz="3300" kern="1200" dirty="0"/>
            <a:t>is cleaner and nicer?</a:t>
          </a:r>
          <a:endParaRPr lang="en-US" sz="3300" kern="1200" dirty="0"/>
        </a:p>
      </dsp:txBody>
      <dsp:txXfrm>
        <a:off x="0" y="4237433"/>
        <a:ext cx="6797675" cy="1412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7FE11-279C-4A31-AF18-49445EF40DF0}" type="datetimeFigureOut">
              <a:rPr lang="en-CA" smtClean="0"/>
              <a:t>2025-10-02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69246-A70B-4C9F-A67E-C2E21AFF715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205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61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List are great, we can iterate through the entire list easily with a for loop, but something you don’t want to iterate from beginning to end. Sometimes you want the first x elements, or the last y elements, or some elements in the middle, or every other element. Slicing allows us to do this with some very simple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7743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['0 - Eggs', '1 - Toast', '2 - Granola', '3 - Yoghurt', '4 - Banana']</a:t>
            </a:r>
          </a:p>
          <a:p>
            <a:r>
              <a:rPr lang="en-US" dirty="0"/>
              <a:t>['2 - Granola', '3 - Yoghurt', '4 - Banana', '5 - Orange', '6 - Juice']</a:t>
            </a:r>
          </a:p>
          <a:p>
            <a:r>
              <a:rPr lang="en-US" dirty="0"/>
              <a:t>['2 - Granola', '3 - Yoghurt', '4 - Banana']</a:t>
            </a:r>
          </a:p>
          <a:p>
            <a:r>
              <a:rPr lang="en-US" dirty="0"/>
              <a:t>['2 - Granola', '4 - Banana']</a:t>
            </a:r>
          </a:p>
          <a:p>
            <a:r>
              <a:rPr lang="en-US" dirty="0"/>
              <a:t>['5 - Orange', '4 - Banana', '3 - Yoghurt']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182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['0 - Eggs', '1 - Toast', '2 - Granola', '3 - Yoghurt', '4 - Banana']</a:t>
            </a:r>
          </a:p>
          <a:p>
            <a:r>
              <a:rPr lang="en-US" dirty="0"/>
              <a:t>['2 - Granola', '3 - Yoghurt', '4 - Banana', '5 - Orange', '6 - Juice']</a:t>
            </a:r>
          </a:p>
          <a:p>
            <a:r>
              <a:rPr lang="en-US" dirty="0"/>
              <a:t>['2 - Granola', '3 - Yoghurt', '4 - Banana']</a:t>
            </a:r>
          </a:p>
          <a:p>
            <a:r>
              <a:rPr lang="en-US" dirty="0"/>
              <a:t>['2 - Granola', '4 - Banana']</a:t>
            </a:r>
          </a:p>
          <a:p>
            <a:r>
              <a:rPr lang="en-US" dirty="0"/>
              <a:t>['5 - Orange', '4 - Banana', '3 - Yoghurt']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1596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</a:t>
            </a:r>
          </a:p>
          <a:p>
            <a:r>
              <a:rPr lang="en-US" dirty="0"/>
              <a:t>5 //returns the index of that value. Value 10 is at index 5. Throws value error if can’t find value</a:t>
            </a:r>
          </a:p>
          <a:p>
            <a:r>
              <a:rPr lang="en-US" dirty="0"/>
              <a:t>[4, 6, 8]</a:t>
            </a:r>
          </a:p>
          <a:p>
            <a:r>
              <a:rPr lang="en-US" dirty="0"/>
              <a:t>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7229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Max, min, sum works</a:t>
            </a:r>
            <a:r>
              <a:rPr lang="en-CA" baseline="0" dirty="0"/>
              <a:t> on just the range object as well</a:t>
            </a:r>
            <a:endParaRPr lang="en-CA" dirty="0"/>
          </a:p>
          <a:p>
            <a:endParaRPr lang="en-CA" dirty="0"/>
          </a:p>
          <a:p>
            <a:r>
              <a:rPr lang="en-CA" dirty="0"/>
              <a:t>range(1,11)</a:t>
            </a:r>
          </a:p>
          <a:p>
            <a:r>
              <a:rPr lang="en-CA" dirty="0"/>
              <a:t>10</a:t>
            </a:r>
          </a:p>
          <a:p>
            <a:r>
              <a:rPr lang="en-CA" dirty="0"/>
              <a:t>1</a:t>
            </a:r>
          </a:p>
          <a:p>
            <a:r>
              <a:rPr lang="en-CA" dirty="0"/>
              <a:t>55</a:t>
            </a:r>
          </a:p>
          <a:p>
            <a:r>
              <a:rPr lang="en-CA" dirty="0" err="1"/>
              <a:t>TypeError</a:t>
            </a:r>
            <a:r>
              <a:rPr lang="en-CA" dirty="0"/>
              <a:t>: unsupported operand type(s) for +: 'int' and 'str’. </a:t>
            </a:r>
            <a:r>
              <a:rPr lang="en-CA" b="1" dirty="0"/>
              <a:t>sum</a:t>
            </a:r>
            <a:r>
              <a:rPr lang="en-CA" dirty="0"/>
              <a:t> only supports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702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print(list(range(1, 0)))</a:t>
            </a:r>
            <a:r>
              <a:rPr lang="en-US" dirty="0"/>
              <a:t> can’t go backwards without step (the third parameter)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207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8144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5073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8670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1148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6214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4535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1204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782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2820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0076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72737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65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916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056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84778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752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['Hi']</a:t>
            </a:r>
          </a:p>
          <a:p>
            <a:r>
              <a:rPr lang="en-CA" dirty="0"/>
              <a:t>['Hi', 'Hi']</a:t>
            </a:r>
          </a:p>
          <a:p>
            <a:r>
              <a:rPr lang="en-CA" dirty="0"/>
              <a:t>['new-1', 'Hi']</a:t>
            </a:r>
          </a:p>
          <a:p>
            <a:r>
              <a:rPr lang="en-CA" dirty="0"/>
              <a:t>['new-2', 'Hi']</a:t>
            </a:r>
          </a:p>
          <a:p>
            <a:r>
              <a:rPr lang="en-CA" dirty="0"/>
              <a:t>['Hi', 'Hi', 'Hi']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410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39769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Named</a:t>
            </a:r>
            <a:r>
              <a:rPr lang="en-CA" baseline="0" dirty="0"/>
              <a:t> arguments allow us to pass parameters into function in any order, as long as they’re given a name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9667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63604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8149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61249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87136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Positional, named, default, variable list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969246-A70B-4C9F-A67E-C2E21AFF715D}" type="slidenum">
              <a:rPr lang="en-CA" smtClean="0"/>
              <a:t>58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533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370373" cy="3566160"/>
          </a:xfrm>
        </p:spPr>
        <p:txBody>
          <a:bodyPr>
            <a:normAutofit fontScale="90000"/>
          </a:bodyPr>
          <a:lstStyle/>
          <a:p>
            <a:r>
              <a:rPr lang="en-CA" dirty="0"/>
              <a:t>Slicing, Ranges</a:t>
            </a:r>
            <a:br>
              <a:rPr lang="en-CA" dirty="0"/>
            </a:br>
            <a:r>
              <a:rPr lang="en-CA" dirty="0"/>
              <a:t>Protocols, Function Overloading and Arguments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9531663" cy="1143000"/>
          </a:xfrm>
        </p:spPr>
        <p:txBody>
          <a:bodyPr>
            <a:normAutofit/>
          </a:bodyPr>
          <a:lstStyle/>
          <a:p>
            <a:r>
              <a:rPr lang="en-CA"/>
              <a:t>COMP3522 Object Oriented Programming 2</a:t>
            </a:r>
          </a:p>
          <a:p>
            <a:r>
              <a:rPr lang="en-CA"/>
              <a:t>Week 4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230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FA7F28-7B91-4580-BAD7-8D1E180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List Slicing</a:t>
            </a:r>
          </a:p>
        </p:txBody>
      </p:sp>
    </p:spTree>
    <p:extLst>
      <p:ext uri="{BB962C8B-B14F-4D97-AF65-F5344CB8AC3E}">
        <p14:creationId xmlns:p14="http://schemas.microsoft.com/office/powerpoint/2010/main" val="137647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993C-FD37-8A48-AEAE-060C2201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"Slicing"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7B99-7C58-DB41-AC10-DBDFCFE3D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can access a single element in a list using its index. </a:t>
            </a:r>
            <a:r>
              <a:rPr lang="en-US" dirty="0" err="1"/>
              <a:t>my_list</a:t>
            </a:r>
            <a:r>
              <a:rPr lang="en-US" dirty="0"/>
              <a:t>[0]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can also work with a </a:t>
            </a:r>
            <a:r>
              <a:rPr lang="en-US" b="1" dirty="0"/>
              <a:t>group of elements </a:t>
            </a:r>
            <a:r>
              <a:rPr lang="en-US" dirty="0"/>
              <a:t>in a list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call this group of items a </a:t>
            </a:r>
            <a:r>
              <a:rPr lang="en-US" sz="4000" dirty="0"/>
              <a:t>slice</a:t>
            </a:r>
            <a:endParaRPr lang="en-US" dirty="0"/>
          </a:p>
          <a:p>
            <a:r>
              <a:rPr lang="en-US" dirty="0"/>
              <a:t>We use the square brackets and a colon: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&gt;&gt;&gt; letters = list('Hello world')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&gt;&gt;&gt; print(letters)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['H', 'e', 'l', 'l', 'o', ' ', 'w', 'o', 'r', 'l', 'd']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&gt;&gt;&gt; print(letters[0:5])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['H', 'e', ‘l’, ‘l’, ‘o’] # indices 0 through 4</a:t>
            </a:r>
          </a:p>
        </p:txBody>
      </p:sp>
    </p:spTree>
    <p:extLst>
      <p:ext uri="{BB962C8B-B14F-4D97-AF65-F5344CB8AC3E}">
        <p14:creationId xmlns:p14="http://schemas.microsoft.com/office/powerpoint/2010/main" val="317928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993C-FD37-8A48-AEAE-060C2201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"Slicing"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7B99-7C58-DB41-AC10-DBDFCFE3D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2104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Courier" pitchFamily="2" charset="0"/>
              </a:rPr>
              <a:t>&gt;&gt;&gt; </a:t>
            </a:r>
            <a:r>
              <a:rPr lang="en-CA" sz="2800" dirty="0">
                <a:latin typeface="Courier"/>
              </a:rPr>
              <a:t>breakfast = ["0 - Eggs", "1 - Toast", "2 - Granola", "3 - Yoghurt", "4 - Banana", "5 - Orange", "6 - Juice"]</a:t>
            </a:r>
          </a:p>
          <a:p>
            <a:r>
              <a:rPr lang="en-US" b="1" u="sng" dirty="0"/>
              <a:t>Omitting the first index starts at the beginning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&gt;&gt;&gt; print(breakfast[:3]) 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[‘0 – Eggs’, ‘1 – Toast’, ‘2 – Granola’]</a:t>
            </a:r>
          </a:p>
          <a:p>
            <a:r>
              <a:rPr lang="en-US" b="1" u="sng" dirty="0"/>
              <a:t>Omitting the second index ends at the end</a:t>
            </a:r>
            <a:endParaRPr lang="en-US" b="1" u="sng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&gt;&gt;&gt; print(breakfast[3:]) </a:t>
            </a:r>
          </a:p>
          <a:p>
            <a:pPr marL="0" indent="0">
              <a:buNone/>
            </a:pPr>
            <a:r>
              <a:rPr lang="en-US" altLang="en-US" sz="2200" dirty="0">
                <a:solidFill>
                  <a:srgbClr val="000000"/>
                </a:solidFill>
                <a:latin typeface="Courier"/>
                <a:ea typeface="Courier New" panose="02070309020205020404" pitchFamily="49" charset="0"/>
              </a:rPr>
              <a:t>['3 - Yoghurt', '4 - Banana', '5 - Orange', '6 - Juice'] </a:t>
            </a:r>
            <a:endParaRPr lang="en-US" altLang="en-US" sz="2200" dirty="0">
              <a:solidFill>
                <a:schemeClr val="tx1"/>
              </a:solidFill>
              <a:latin typeface="Courier"/>
            </a:endParaRPr>
          </a:p>
          <a:p>
            <a:pPr marL="0" indent="0">
              <a:buNone/>
            </a:pPr>
            <a:endParaRPr lang="en-US" sz="26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4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993C-FD37-8A48-AEAE-060C2201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"Slicing"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7B99-7C58-DB41-AC10-DBDFCFE3D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2104"/>
          </a:xfrm>
        </p:spPr>
        <p:txBody>
          <a:bodyPr>
            <a:normAutofit/>
          </a:bodyPr>
          <a:lstStyle/>
          <a:p>
            <a:r>
              <a:rPr lang="en-US" dirty="0"/>
              <a:t>Providing a 3</a:t>
            </a:r>
            <a:r>
              <a:rPr lang="en-US" baseline="30000" dirty="0"/>
              <a:t>rd</a:t>
            </a:r>
            <a:r>
              <a:rPr lang="en-US" dirty="0"/>
              <a:t> Value indicates the step size when traversing the list</a:t>
            </a:r>
          </a:p>
          <a:p>
            <a:pPr marL="0" indent="0">
              <a:buNone/>
            </a:pPr>
            <a:r>
              <a:rPr lang="en-US" sz="2600" dirty="0">
                <a:latin typeface="Courier" pitchFamily="2" charset="0"/>
              </a:rPr>
              <a:t>&gt;&gt;&gt; print(breakfast[2:5:2])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solidFill>
                  <a:srgbClr val="000000"/>
                </a:solidFill>
                <a:latin typeface="Courier"/>
                <a:cs typeface="Courier New" panose="02070309020205020404" pitchFamily="49" charset="0"/>
              </a:rPr>
              <a:t>['2 - Granola', '4 - Banana’]</a:t>
            </a:r>
            <a:r>
              <a:rPr lang="en-US" altLang="en-US" sz="800" dirty="0">
                <a:solidFill>
                  <a:schemeClr val="tx1"/>
                </a:solidFill>
                <a:latin typeface="Courier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5400" dirty="0">
              <a:solidFill>
                <a:schemeClr val="tx1"/>
              </a:solidFill>
              <a:latin typeface="Courier"/>
            </a:endParaRPr>
          </a:p>
          <a:p>
            <a:r>
              <a:rPr lang="en-US" dirty="0"/>
              <a:t>You can skip values</a:t>
            </a: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200" dirty="0">
                <a:latin typeface="Courier" pitchFamily="2" charset="0"/>
              </a:rPr>
              <a:t>&gt;&gt;&gt; print(breakfast[::2])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['0 - Eggs', '2 - Granola', '4 - Banana', '6 - Juice']</a:t>
            </a:r>
            <a:r>
              <a:rPr lang="en-US" altLang="en-US" sz="800" dirty="0">
                <a:solidFill>
                  <a:schemeClr val="tx1"/>
                </a:solidFill>
              </a:rPr>
              <a:t> 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3E423D-A1B7-492E-8674-EC2A74E80630}"/>
              </a:ext>
            </a:extLst>
          </p:cNvPr>
          <p:cNvSpPr/>
          <p:nvPr/>
        </p:nvSpPr>
        <p:spPr>
          <a:xfrm>
            <a:off x="5489642" y="55031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>
                <a:latin typeface="Courier"/>
              </a:rPr>
              <a:t>breakfast = ["0 - Eggs", "1 - Toast", "2 - Granola", "3 - Yoghurt", "4 - Banana", "5 - Orange", "6 - Juice"]</a:t>
            </a:r>
          </a:p>
        </p:txBody>
      </p:sp>
    </p:spTree>
    <p:extLst>
      <p:ext uri="{BB962C8B-B14F-4D97-AF65-F5344CB8AC3E}">
        <p14:creationId xmlns:p14="http://schemas.microsoft.com/office/powerpoint/2010/main" val="30337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B8280-CE28-456F-97D4-89933A76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Try Out These Statements</a:t>
            </a:r>
          </a:p>
        </p:txBody>
      </p:sp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BA830B87-13C5-44F8-A73B-A2E5E2239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82737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93905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B8280-CE28-456F-97D4-89933A76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Try Out These Statements</a:t>
            </a:r>
          </a:p>
        </p:txBody>
      </p:sp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BA830B87-13C5-44F8-A73B-A2E5E22394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02901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628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1C8B-18A0-AC44-B895-BC122647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716041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8EE7-6348-0A44-814D-8A2F2566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easy to create lists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6C90-EA1C-EB40-AE86-EF127809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Python’s range( ) function can help us create lists composed of sequences of numbers: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list(range(10))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[0, 1, 2, 3, 4, 5, 6, 7, 8, 9]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list(range(1, 11))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[1, 2, 3, 4, 5, 6, 7, 8, 9, 10]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list(range(0, 30, 5))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[0, 5, 10, 15, 20, 25]</a:t>
            </a:r>
          </a:p>
        </p:txBody>
      </p:sp>
    </p:spTree>
    <p:extLst>
      <p:ext uri="{BB962C8B-B14F-4D97-AF65-F5344CB8AC3E}">
        <p14:creationId xmlns:p14="http://schemas.microsoft.com/office/powerpoint/2010/main" val="163680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8EE7-6348-0A44-814D-8A2F2566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easy to create lists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6C90-EA1C-EB40-AE86-EF127809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7491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Note the relationship between the arguments passed to the function and the list that is actually created:</a:t>
            </a:r>
            <a:endParaRPr lang="en-US" sz="3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list(range(0, -10, -1))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[0, -1, -2, -3, -4, -5, -6, -7, -8, -9]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list(range(0))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list(range(5, 0))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list(range(5,0,-1))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[5,4,3,2,1]</a:t>
            </a:r>
          </a:p>
        </p:txBody>
      </p:sp>
    </p:spTree>
    <p:extLst>
      <p:ext uri="{BB962C8B-B14F-4D97-AF65-F5344CB8AC3E}">
        <p14:creationId xmlns:p14="http://schemas.microsoft.com/office/powerpoint/2010/main" val="2472099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5AC6-E359-2446-9E22-BCA15091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range?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2A946-4CEC-DC4B-9622-BAC91B9F1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represents an immutable sequence of numbers</a:t>
            </a:r>
          </a:p>
          <a:p>
            <a:r>
              <a:rPr lang="en-US" dirty="0"/>
              <a:t>It is commonly used for looping in a </a:t>
            </a:r>
            <a:r>
              <a:rPr lang="en-US" i="1" dirty="0"/>
              <a:t>for loop </a:t>
            </a:r>
          </a:p>
          <a:p>
            <a:r>
              <a:rPr lang="en-US" dirty="0"/>
              <a:t>Stores a few values: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/>
              <a:t>Start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/>
              <a:t>Stop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600" dirty="0"/>
              <a:t>Step value.</a:t>
            </a:r>
          </a:p>
          <a:p>
            <a:r>
              <a:rPr lang="en-US" dirty="0"/>
              <a:t>That’s it!</a:t>
            </a:r>
          </a:p>
          <a:p>
            <a:r>
              <a:rPr lang="en-US" dirty="0"/>
              <a:t>So no matter how big the range is, the range object that stores it is </a:t>
            </a:r>
            <a:r>
              <a:rPr lang="en-US" sz="4000" i="1" dirty="0"/>
              <a:t>just three values</a:t>
            </a:r>
            <a:r>
              <a:rPr lang="en-US" dirty="0"/>
              <a:t>.</a:t>
            </a:r>
          </a:p>
          <a:p>
            <a:r>
              <a:rPr lang="en-US" dirty="0"/>
              <a:t>This is very memory efficient</a:t>
            </a:r>
          </a:p>
        </p:txBody>
      </p:sp>
    </p:spTree>
    <p:extLst>
      <p:ext uri="{BB962C8B-B14F-4D97-AF65-F5344CB8AC3E}">
        <p14:creationId xmlns:p14="http://schemas.microsoft.com/office/powerpoint/2010/main" val="120213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138C-1D04-204A-BE55-B1187BB1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the range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2F4B9-2C5D-D242-B38C-A8B246AB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r = range(0, 20, 2)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print(r)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range(0, 20, 2)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print(type(r))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&lt;class 'range’&gt;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" pitchFamily="2" charset="0"/>
              </a:rPr>
              <a:t>#r would generate: 0, 2, 4, 6, 8, 10, 12, 14, 16, 18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Range contains useful functions that provide: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Containment tests (in) 		</a:t>
            </a:r>
            <a:r>
              <a:rPr lang="en-US" sz="2600" dirty="0">
                <a:latin typeface="Courier"/>
              </a:rPr>
              <a:t>&gt;&gt;&gt; </a:t>
            </a:r>
            <a:r>
              <a:rPr lang="en-US" altLang="en-US" sz="2600" dirty="0">
                <a:solidFill>
                  <a:schemeClr val="tx1"/>
                </a:solidFill>
                <a:latin typeface="Courier"/>
              </a:rPr>
              <a:t>print(10 in r)</a:t>
            </a:r>
            <a:endParaRPr lang="en-US" sz="2600" dirty="0">
              <a:solidFill>
                <a:schemeClr val="tx1"/>
              </a:solidFill>
              <a:latin typeface="Courier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Element index lookup 		</a:t>
            </a:r>
            <a:r>
              <a:rPr lang="en-US" sz="2600" dirty="0">
                <a:latin typeface="Courier"/>
              </a:rPr>
              <a:t>&gt;&gt;&gt; print(</a:t>
            </a:r>
            <a:r>
              <a:rPr lang="en-US" sz="2600" dirty="0" err="1">
                <a:latin typeface="Courier"/>
              </a:rPr>
              <a:t>r.index</a:t>
            </a:r>
            <a:r>
              <a:rPr lang="en-US" sz="2600" dirty="0">
                <a:latin typeface="Courier"/>
              </a:rPr>
              <a:t>(10))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Slicing 				</a:t>
            </a:r>
            <a:r>
              <a:rPr lang="en-US" sz="2600" dirty="0">
                <a:latin typeface="Courier"/>
              </a:rPr>
              <a:t>&gt;&gt;&gt; print(list(r[2:5]))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Support for negative indices. 	</a:t>
            </a:r>
            <a:r>
              <a:rPr lang="en-US" sz="2600" dirty="0">
                <a:latin typeface="Courier"/>
              </a:rPr>
              <a:t>&gt;&gt;&gt; print(r[-1])</a:t>
            </a:r>
          </a:p>
        </p:txBody>
      </p:sp>
    </p:spTree>
    <p:extLst>
      <p:ext uri="{BB962C8B-B14F-4D97-AF65-F5344CB8AC3E}">
        <p14:creationId xmlns:p14="http://schemas.microsoft.com/office/powerpoint/2010/main" val="328407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3BA6-F480-5E41-8944-98A252E6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example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FA80B-D61E-CB42-8AAD-1A87F614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700" y="1825624"/>
            <a:ext cx="11912300" cy="4646613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r = range(0, 20, 2)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range(0, 20, 2)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11 in 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False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10 in 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dirty="0" err="1">
                <a:latin typeface="Courier" pitchFamily="2" charset="0"/>
              </a:rPr>
              <a:t>r.index</a:t>
            </a:r>
            <a:r>
              <a:rPr lang="en-US" dirty="0">
                <a:latin typeface="Courier" pitchFamily="2" charset="0"/>
              </a:rPr>
              <a:t>(10) #which index is 10 at?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5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r[5]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10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r[:5] #get first 5 index values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[0, 2, 4, 6, 8]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r[-1] #get last value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93515" y="5895081"/>
            <a:ext cx="8670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" pitchFamily="2" charset="0"/>
              </a:rPr>
              <a:t>#r would generate: 0, 2, 4, 6, 8, 10, 12, 14, 16, 18</a:t>
            </a:r>
          </a:p>
        </p:txBody>
      </p:sp>
    </p:spTree>
    <p:extLst>
      <p:ext uri="{BB962C8B-B14F-4D97-AF65-F5344CB8AC3E}">
        <p14:creationId xmlns:p14="http://schemas.microsoft.com/office/powerpoint/2010/main" val="2438583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59B4-5FD4-0C48-A595-ED6140BB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find the min and the max easily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1879F-407C-2745-B1E0-DA4A8F7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9531276" cy="43721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digits = range(1, 11)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digits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range(1,11)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b="1" dirty="0">
                <a:latin typeface="Courier" pitchFamily="2" charset="0"/>
              </a:rPr>
              <a:t>max</a:t>
            </a:r>
            <a:r>
              <a:rPr lang="en-US" dirty="0">
                <a:latin typeface="Courier" pitchFamily="2" charset="0"/>
              </a:rPr>
              <a:t>(digits)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10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b="1" dirty="0">
                <a:latin typeface="Courier" pitchFamily="2" charset="0"/>
              </a:rPr>
              <a:t>min</a:t>
            </a:r>
            <a:r>
              <a:rPr lang="en-US" dirty="0">
                <a:latin typeface="Courier" pitchFamily="2" charset="0"/>
              </a:rPr>
              <a:t>(digits)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</a:t>
            </a:r>
            <a:r>
              <a:rPr lang="en-US" b="1" dirty="0">
                <a:latin typeface="Courier" pitchFamily="2" charset="0"/>
              </a:rPr>
              <a:t>sum</a:t>
            </a:r>
            <a:r>
              <a:rPr lang="en-US" dirty="0">
                <a:latin typeface="Courier" pitchFamily="2" charset="0"/>
              </a:rPr>
              <a:t>(digits)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55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letters = list('Python &gt; Java')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&gt;&gt;&gt; sum(letters) # &lt;-- &lt;-- Will this work?</a:t>
            </a:r>
          </a:p>
        </p:txBody>
      </p:sp>
    </p:spTree>
    <p:extLst>
      <p:ext uri="{BB962C8B-B14F-4D97-AF65-F5344CB8AC3E}">
        <p14:creationId xmlns:p14="http://schemas.microsoft.com/office/powerpoint/2010/main" val="307253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B8280-CE28-456F-97D4-89933A76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Try Out These Statements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F8125D2-5488-4A53-AC4F-858522845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95260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969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B8280-CE28-456F-97D4-89933A76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/>
              <a:t>Try Out These Statements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F8125D2-5488-4A53-AC4F-858522845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33024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7031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239726-C6C9-4D8D-81C1-8C2AD9AB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Iterators</a:t>
            </a:r>
          </a:p>
        </p:txBody>
      </p:sp>
    </p:spTree>
    <p:extLst>
      <p:ext uri="{BB962C8B-B14F-4D97-AF65-F5344CB8AC3E}">
        <p14:creationId xmlns:p14="http://schemas.microsoft.com/office/powerpoint/2010/main" val="1418783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34A5-D391-4F4B-8054-D5B0D2A8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an iterator (the </a:t>
            </a:r>
            <a:r>
              <a:rPr lang="en-US" dirty="0" err="1"/>
              <a:t>iter</a:t>
            </a:r>
            <a:r>
              <a:rPr lang="en-US" dirty="0"/>
              <a:t> function)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41A7-79B4-4F41-B263-5AF7F27F2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876678" cy="435067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Python and other languages support the concept of </a:t>
            </a:r>
            <a:r>
              <a:rPr lang="en-US" sz="3600" dirty="0"/>
              <a:t>iterating</a:t>
            </a:r>
            <a:r>
              <a:rPr lang="en-US" dirty="0"/>
              <a:t> over containers: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my_tuple</a:t>
            </a:r>
            <a:r>
              <a:rPr lang="en-US" sz="2800" dirty="0">
                <a:latin typeface="Courier" pitchFamily="2" charset="0"/>
              </a:rPr>
              <a:t> = ("apple", "banana", "cherry")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my_it</a:t>
            </a:r>
            <a:r>
              <a:rPr lang="en-US" sz="2800" dirty="0">
                <a:latin typeface="Courier" pitchFamily="2" charset="0"/>
              </a:rPr>
              <a:t> = </a:t>
            </a:r>
            <a:r>
              <a:rPr lang="en-US" sz="2800" b="1" dirty="0" err="1">
                <a:latin typeface="Courier" pitchFamily="2" charset="0"/>
              </a:rPr>
              <a:t>iter</a:t>
            </a:r>
            <a:r>
              <a:rPr lang="en-US" sz="2800" dirty="0">
                <a:latin typeface="Courier" pitchFamily="2" charset="0"/>
              </a:rPr>
              <a:t>(</a:t>
            </a:r>
            <a:r>
              <a:rPr lang="en-US" sz="2800" dirty="0" err="1">
                <a:latin typeface="Courier" pitchFamily="2" charset="0"/>
              </a:rPr>
              <a:t>mytuple</a:t>
            </a:r>
            <a:r>
              <a:rPr lang="en-US" sz="2800" dirty="0">
                <a:latin typeface="Courier" pitchFamily="2" charset="0"/>
              </a:rPr>
              <a:t>)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 apple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 banana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 cherry</a:t>
            </a:r>
          </a:p>
          <a:p>
            <a:r>
              <a:rPr lang="en-US" dirty="0"/>
              <a:t>An iterator is an object that contains a countable number of values</a:t>
            </a:r>
          </a:p>
          <a:p>
            <a:r>
              <a:rPr lang="en-US" dirty="0"/>
              <a:t>We can repeatedly call the iterator’s next method or use the next global function</a:t>
            </a:r>
          </a:p>
          <a:p>
            <a:r>
              <a:rPr lang="en-US" dirty="0"/>
              <a:t>We can iterate upon an iterator</a:t>
            </a:r>
          </a:p>
          <a:p>
            <a:r>
              <a:rPr lang="en-US" dirty="0"/>
              <a:t>We can traverse all the values</a:t>
            </a:r>
          </a:p>
        </p:txBody>
      </p:sp>
    </p:spTree>
    <p:extLst>
      <p:ext uri="{BB962C8B-B14F-4D97-AF65-F5344CB8AC3E}">
        <p14:creationId xmlns:p14="http://schemas.microsoft.com/office/powerpoint/2010/main" val="3896598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8F4E-7B17-3F4E-AE36-ACBE7431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an iterator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3DAB6-DCF9-4E44-9FD1-37699CBD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</a:t>
            </a:r>
            <a:r>
              <a:rPr lang="en-US" sz="3600" dirty="0"/>
              <a:t>streams</a:t>
            </a:r>
            <a:r>
              <a:rPr lang="en-US" dirty="0"/>
              <a:t> the contents of the container</a:t>
            </a:r>
          </a:p>
          <a:p>
            <a:r>
              <a:rPr lang="en-US" dirty="0"/>
              <a:t>Calling </a:t>
            </a:r>
            <a:r>
              <a:rPr lang="en-US" b="1" dirty="0"/>
              <a:t>next( ) </a:t>
            </a:r>
            <a:r>
              <a:rPr lang="en-US" dirty="0"/>
              <a:t>returns successive items in the stream</a:t>
            </a:r>
          </a:p>
          <a:p>
            <a:r>
              <a:rPr lang="en-US" dirty="0"/>
              <a:t>When no more data is available, a </a:t>
            </a:r>
            <a:r>
              <a:rPr lang="en-US" b="1" dirty="0" err="1"/>
              <a:t>StopIteration</a:t>
            </a:r>
            <a:r>
              <a:rPr lang="en-US" dirty="0"/>
              <a:t> exception is raised</a:t>
            </a:r>
          </a:p>
          <a:p>
            <a:r>
              <a:rPr lang="en-US" dirty="0"/>
              <a:t>When this happens, the iterator is exhausted and cannot be used again</a:t>
            </a:r>
          </a:p>
          <a:p>
            <a:r>
              <a:rPr lang="en-US" dirty="0"/>
              <a:t>A container object like a list produces a fresh iterator each time we: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Pass it to the </a:t>
            </a:r>
            <a:r>
              <a:rPr lang="en-US" sz="2800" dirty="0" err="1"/>
              <a:t>iter</a:t>
            </a:r>
            <a:r>
              <a:rPr lang="en-US" sz="2800" dirty="0"/>
              <a:t>( ) function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Use it in a for loop.</a:t>
            </a:r>
          </a:p>
        </p:txBody>
      </p:sp>
    </p:spTree>
    <p:extLst>
      <p:ext uri="{BB962C8B-B14F-4D97-AF65-F5344CB8AC3E}">
        <p14:creationId xmlns:p14="http://schemas.microsoft.com/office/powerpoint/2010/main" val="678219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Strings are also </a:t>
            </a:r>
            <a:r>
              <a:rPr lang="en-US" dirty="0" err="1"/>
              <a:t>iterable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 = "banana"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 = </a:t>
            </a:r>
            <a:r>
              <a:rPr lang="en-US" sz="2800" dirty="0" err="1">
                <a:latin typeface="Courier" pitchFamily="2" charset="0"/>
              </a:rPr>
              <a:t>iter</a:t>
            </a:r>
            <a:r>
              <a:rPr lang="en-US" sz="2800" dirty="0">
                <a:latin typeface="Courier" pitchFamily="2" charset="0"/>
              </a:rPr>
              <a:t>(</a:t>
            </a:r>
            <a:r>
              <a:rPr lang="en-US" sz="2800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)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#b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#a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#n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#a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#n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#a</a:t>
            </a:r>
          </a:p>
          <a:p>
            <a:pPr marL="914400" lvl="2" indent="0">
              <a:buNone/>
            </a:pPr>
            <a:r>
              <a:rPr lang="en-US" sz="2800" dirty="0">
                <a:latin typeface="Courier" pitchFamily="2" charset="0"/>
              </a:rPr>
              <a:t>print(next(</a:t>
            </a: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)) </a:t>
            </a:r>
            <a:r>
              <a:rPr lang="en-US" sz="2800" b="1" dirty="0">
                <a:solidFill>
                  <a:srgbClr val="FF0000"/>
                </a:solidFill>
                <a:latin typeface="Courier" pitchFamily="2" charset="0"/>
              </a:rPr>
              <a:t>#</a:t>
            </a:r>
            <a:r>
              <a:rPr lang="en-US" sz="2800" b="1" dirty="0" err="1">
                <a:solidFill>
                  <a:srgbClr val="FF0000"/>
                </a:solidFill>
                <a:latin typeface="Courier" pitchFamily="2" charset="0"/>
              </a:rPr>
              <a:t>StopIteration</a:t>
            </a:r>
            <a:r>
              <a:rPr lang="en-US" sz="2800" b="1" dirty="0">
                <a:solidFill>
                  <a:srgbClr val="FF0000"/>
                </a:solidFill>
                <a:latin typeface="Courier" pitchFamily="2" charset="0"/>
              </a:rPr>
              <a:t> exception</a:t>
            </a:r>
          </a:p>
        </p:txBody>
      </p:sp>
    </p:spTree>
    <p:extLst>
      <p:ext uri="{BB962C8B-B14F-4D97-AF65-F5344CB8AC3E}">
        <p14:creationId xmlns:p14="http://schemas.microsoft.com/office/powerpoint/2010/main" val="535812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 lnSpcReduction="10000"/>
          </a:bodyPr>
          <a:lstStyle/>
          <a:p>
            <a:r>
              <a:rPr lang="en-US" dirty="0"/>
              <a:t>Strings are also </a:t>
            </a:r>
            <a:r>
              <a:rPr lang="en-US" dirty="0" err="1"/>
              <a:t>iterable</a:t>
            </a:r>
            <a:r>
              <a:rPr lang="en-US" dirty="0"/>
              <a:t>: </a:t>
            </a:r>
            <a:r>
              <a:rPr lang="en-US" b="1" dirty="0"/>
              <a:t>Using while loop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 = "banana"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myit</a:t>
            </a:r>
            <a:r>
              <a:rPr lang="en-US" sz="2800" dirty="0">
                <a:latin typeface="Courier" pitchFamily="2" charset="0"/>
              </a:rPr>
              <a:t> = </a:t>
            </a:r>
            <a:r>
              <a:rPr lang="en-US" sz="2800" dirty="0" err="1">
                <a:latin typeface="Courier" pitchFamily="2" charset="0"/>
              </a:rPr>
              <a:t>iter</a:t>
            </a:r>
            <a:r>
              <a:rPr lang="en-US" sz="2800" dirty="0">
                <a:latin typeface="Courier" pitchFamily="2" charset="0"/>
              </a:rPr>
              <a:t>(</a:t>
            </a:r>
            <a:r>
              <a:rPr lang="en-US" sz="2800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)</a:t>
            </a:r>
          </a:p>
          <a:p>
            <a:pPr marL="914400" lvl="2" indent="0">
              <a:buNone/>
            </a:pPr>
            <a:endParaRPr lang="en-US" sz="2800" dirty="0">
              <a:latin typeface="Courier" pitchFamily="2" charset="0"/>
            </a:endParaRPr>
          </a:p>
          <a:p>
            <a:pPr marL="914400" lvl="2" indent="0">
              <a:buNone/>
            </a:pP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while True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try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item = </a:t>
            </a:r>
            <a:r>
              <a:rPr lang="en-US" altLang="en-US" sz="2800" dirty="0">
                <a:solidFill>
                  <a:srgbClr val="000080"/>
                </a:solidFill>
                <a:latin typeface="Consolas" panose="020B0609020204030204" pitchFamily="49" charset="0"/>
              </a:rPr>
              <a:t>next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myit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except </a:t>
            </a:r>
            <a:r>
              <a:rPr lang="en-US" altLang="en-US" sz="28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break</a:t>
            </a:r>
            <a:b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</a:br>
            <a:b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</a:b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8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(item)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184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Strings are also </a:t>
            </a:r>
            <a:r>
              <a:rPr lang="en-US" dirty="0" err="1"/>
              <a:t>iterable</a:t>
            </a:r>
            <a:r>
              <a:rPr lang="en-US" dirty="0"/>
              <a:t>: </a:t>
            </a:r>
            <a:r>
              <a:rPr lang="en-US" b="1" dirty="0"/>
              <a:t>Using for loop WITHOUT iterator</a:t>
            </a:r>
          </a:p>
          <a:p>
            <a:pPr marL="914400" lvl="2" indent="0">
              <a:buNone/>
            </a:pPr>
            <a:r>
              <a:rPr lang="en-US" sz="2800" b="1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 = "banana"</a:t>
            </a:r>
          </a:p>
          <a:p>
            <a:pPr marL="914400" lvl="2" indent="0">
              <a:buNone/>
            </a:pPr>
            <a:b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6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item </a:t>
            </a:r>
            <a:r>
              <a:rPr lang="en-US" altLang="en-US" sz="26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mystr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6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(item)</a:t>
            </a:r>
            <a:endParaRPr lang="en-US" altLang="en-US" sz="2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127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Strings are also </a:t>
            </a:r>
            <a:r>
              <a:rPr lang="en-US" dirty="0" err="1"/>
              <a:t>iterable</a:t>
            </a:r>
            <a:r>
              <a:rPr lang="en-US" dirty="0"/>
              <a:t>: </a:t>
            </a:r>
            <a:r>
              <a:rPr lang="en-US" b="1" dirty="0"/>
              <a:t>Using for loop WITH iterator</a:t>
            </a:r>
          </a:p>
          <a:p>
            <a:pPr marL="914400" lvl="2" indent="0">
              <a:buNone/>
            </a:pPr>
            <a:r>
              <a:rPr lang="en-US" sz="2800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 = "banana"</a:t>
            </a:r>
          </a:p>
          <a:p>
            <a:pPr marL="914400" lvl="2" indent="0">
              <a:buNone/>
            </a:pPr>
            <a:r>
              <a:rPr lang="en-US" sz="2800" b="1" dirty="0" err="1">
                <a:latin typeface="Courier" pitchFamily="2" charset="0"/>
              </a:rPr>
              <a:t>my_it</a:t>
            </a:r>
            <a:r>
              <a:rPr lang="en-US" sz="2800" dirty="0">
                <a:latin typeface="Courier" pitchFamily="2" charset="0"/>
              </a:rPr>
              <a:t> = </a:t>
            </a:r>
            <a:r>
              <a:rPr lang="en-US" sz="2800" dirty="0" err="1">
                <a:latin typeface="Courier" pitchFamily="2" charset="0"/>
              </a:rPr>
              <a:t>iter</a:t>
            </a:r>
            <a:r>
              <a:rPr lang="en-US" sz="2800" dirty="0">
                <a:latin typeface="Courier" pitchFamily="2" charset="0"/>
              </a:rPr>
              <a:t>(</a:t>
            </a:r>
            <a:r>
              <a:rPr lang="en-US" sz="2800" dirty="0" err="1">
                <a:latin typeface="Courier" pitchFamily="2" charset="0"/>
              </a:rPr>
              <a:t>mystr</a:t>
            </a:r>
            <a:r>
              <a:rPr lang="en-US" sz="2800" dirty="0">
                <a:latin typeface="Courier" pitchFamily="2" charset="0"/>
              </a:rPr>
              <a:t>)</a:t>
            </a:r>
          </a:p>
          <a:p>
            <a:pPr marL="914400" lvl="2" indent="0">
              <a:buNone/>
            </a:pPr>
            <a:b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600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item </a:t>
            </a:r>
            <a:r>
              <a:rPr lang="en-US" altLang="en-US" sz="2600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my_it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6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(item)</a:t>
            </a:r>
            <a:endParaRPr lang="en-US" altLang="en-US" sz="2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21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/>
              </a:rPr>
              <a:t>animal_and_foods</a:t>
            </a:r>
            <a:r>
              <a:rPr lang="en-US" altLang="en-US" dirty="0">
                <a:solidFill>
                  <a:schemeClr val="tx1"/>
                </a:solidFill>
                <a:latin typeface="Courier"/>
              </a:rPr>
              <a:t> = {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'dog': 'bone',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'cat': 'fish',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'bird': 'seed',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'elephant': 'peanuts'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}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iterator = </a:t>
            </a:r>
            <a:r>
              <a:rPr lang="en-US" altLang="en-US" dirty="0" err="1">
                <a:solidFill>
                  <a:schemeClr val="tx1"/>
                </a:solidFill>
                <a:latin typeface="Courier"/>
              </a:rPr>
              <a:t>iter</a:t>
            </a:r>
            <a:r>
              <a:rPr lang="en-US" altLang="en-US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Courier"/>
              </a:rPr>
              <a:t>animal_and_foods</a:t>
            </a:r>
            <a:r>
              <a:rPr lang="en-US" altLang="en-US" dirty="0">
                <a:solidFill>
                  <a:schemeClr val="tx1"/>
                </a:solidFill>
                <a:latin typeface="Courier"/>
              </a:rPr>
              <a:t>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Getting iterator from dictionary retrieves the keys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18A9D-14DD-4B4E-9D21-FDCF1E62D6CE}"/>
              </a:ext>
            </a:extLst>
          </p:cNvPr>
          <p:cNvSpPr/>
          <p:nvPr/>
        </p:nvSpPr>
        <p:spPr>
          <a:xfrm>
            <a:off x="7178211" y="3857414"/>
            <a:ext cx="3178139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Output:</a:t>
            </a:r>
          </a:p>
          <a:p>
            <a:r>
              <a:rPr lang="en-US" sz="2500" dirty="0"/>
              <a:t>dog</a:t>
            </a:r>
          </a:p>
          <a:p>
            <a:r>
              <a:rPr lang="en-US" sz="2500" dirty="0"/>
              <a:t>cat</a:t>
            </a:r>
          </a:p>
          <a:p>
            <a:r>
              <a:rPr lang="en-US" sz="2500" dirty="0"/>
              <a:t>bird</a:t>
            </a:r>
          </a:p>
          <a:p>
            <a:r>
              <a:rPr lang="en-US" sz="2500" dirty="0"/>
              <a:t>elephant</a:t>
            </a:r>
          </a:p>
        </p:txBody>
      </p:sp>
    </p:spTree>
    <p:extLst>
      <p:ext uri="{BB962C8B-B14F-4D97-AF65-F5344CB8AC3E}">
        <p14:creationId xmlns:p14="http://schemas.microsoft.com/office/powerpoint/2010/main" val="359423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 err="1">
                <a:solidFill>
                  <a:schemeClr val="tx1"/>
                </a:solidFill>
                <a:latin typeface="Courier"/>
              </a:rPr>
              <a:t>animal_and_foods</a:t>
            </a:r>
            <a:r>
              <a:rPr lang="en-US" altLang="en-US" dirty="0">
                <a:solidFill>
                  <a:schemeClr val="tx1"/>
                </a:solidFill>
                <a:latin typeface="Courier"/>
              </a:rPr>
              <a:t> = {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'dog': 'bone',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'cat': 'fish',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'bird': 'seed',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    'elephant': 'peanuts'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}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iterator = </a:t>
            </a:r>
            <a:r>
              <a:rPr lang="en-US" altLang="en-US" dirty="0" err="1">
                <a:solidFill>
                  <a:schemeClr val="tx1"/>
                </a:solidFill>
                <a:latin typeface="Courier"/>
              </a:rPr>
              <a:t>iter</a:t>
            </a:r>
            <a:r>
              <a:rPr lang="en-US" altLang="en-US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Courier"/>
              </a:rPr>
              <a:t>animal_and_foods.</a:t>
            </a:r>
            <a:r>
              <a:rPr lang="en-US" altLang="en-US" b="1" dirty="0" err="1">
                <a:solidFill>
                  <a:schemeClr val="tx1"/>
                </a:solidFill>
                <a:latin typeface="Courier"/>
              </a:rPr>
              <a:t>values</a:t>
            </a:r>
            <a:r>
              <a:rPr lang="en-US" altLang="en-US" b="1" dirty="0">
                <a:solidFill>
                  <a:schemeClr val="tx1"/>
                </a:solidFill>
                <a:latin typeface="Courier"/>
              </a:rPr>
              <a:t>()</a:t>
            </a:r>
            <a:r>
              <a:rPr lang="en-US" altLang="en-US" dirty="0">
                <a:solidFill>
                  <a:schemeClr val="tx1"/>
                </a:solidFill>
                <a:latin typeface="Courier"/>
              </a:rPr>
              <a:t>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dirty="0">
                <a:solidFill>
                  <a:schemeClr val="tx1"/>
                </a:solidFill>
                <a:latin typeface="Courier"/>
              </a:rPr>
            </a:br>
            <a:r>
              <a:rPr lang="en-US" altLang="en-US" dirty="0">
                <a:solidFill>
                  <a:schemeClr val="tx1"/>
                </a:solidFill>
                <a:latin typeface="Courier"/>
              </a:rPr>
              <a:t>print(next(iterator))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Need to explicitly call </a:t>
            </a:r>
            <a:r>
              <a:rPr lang="en-US" altLang="en-US" b="1" dirty="0">
                <a:solidFill>
                  <a:schemeClr val="tx1"/>
                </a:solidFill>
              </a:rPr>
              <a:t>values</a:t>
            </a:r>
            <a:r>
              <a:rPr lang="en-US" altLang="en-US" dirty="0">
                <a:solidFill>
                  <a:schemeClr val="tx1"/>
                </a:solidFill>
              </a:rPr>
              <a:t> method to get iterator of values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18A9D-14DD-4B4E-9D21-FDCF1E62D6CE}"/>
              </a:ext>
            </a:extLst>
          </p:cNvPr>
          <p:cNvSpPr/>
          <p:nvPr/>
        </p:nvSpPr>
        <p:spPr>
          <a:xfrm>
            <a:off x="7916581" y="3723850"/>
            <a:ext cx="3178139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Output:</a:t>
            </a:r>
          </a:p>
          <a:p>
            <a:r>
              <a:rPr lang="en-US" sz="2500" dirty="0"/>
              <a:t>bone</a:t>
            </a:r>
          </a:p>
          <a:p>
            <a:r>
              <a:rPr lang="en-US" sz="2500" dirty="0"/>
              <a:t>fish</a:t>
            </a:r>
          </a:p>
          <a:p>
            <a:r>
              <a:rPr lang="en-US" sz="2500" dirty="0"/>
              <a:t>seed</a:t>
            </a:r>
          </a:p>
          <a:p>
            <a:r>
              <a:rPr lang="en-US" sz="2500" dirty="0"/>
              <a:t>peanuts</a:t>
            </a:r>
          </a:p>
        </p:txBody>
      </p:sp>
    </p:spTree>
    <p:extLst>
      <p:ext uri="{BB962C8B-B14F-4D97-AF65-F5344CB8AC3E}">
        <p14:creationId xmlns:p14="http://schemas.microsoft.com/office/powerpoint/2010/main" val="224520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9EDD-67A7-C047-B1F9-8E8B55C6D49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word about iterators (for now)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48CB-A6D9-0644-9087-228EAE1EE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6399430" cy="4462599"/>
          </a:xfrm>
          <a:noFill/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 dirty="0" err="1">
                <a:solidFill>
                  <a:schemeClr val="tx1"/>
                </a:solidFill>
                <a:latin typeface="Courier"/>
              </a:rPr>
              <a:t>animal_and_foods</a:t>
            </a: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 = {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    'dog': 'bone',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    'cat': 'fish',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    'bird': 'seed',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    'elephant': 'peanuts'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}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iterator = </a:t>
            </a:r>
            <a:r>
              <a:rPr lang="en-US" altLang="en-US" sz="2200" dirty="0" err="1">
                <a:solidFill>
                  <a:schemeClr val="tx1"/>
                </a:solidFill>
                <a:latin typeface="Courier"/>
              </a:rPr>
              <a:t>iter</a:t>
            </a: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US" altLang="en-US" sz="2200" dirty="0" err="1">
                <a:solidFill>
                  <a:schemeClr val="tx1"/>
                </a:solidFill>
                <a:latin typeface="Courier"/>
              </a:rPr>
              <a:t>animal_and_foods.</a:t>
            </a:r>
            <a:r>
              <a:rPr lang="en-US" altLang="en-US" sz="2200" b="1" dirty="0" err="1">
                <a:solidFill>
                  <a:schemeClr val="tx1"/>
                </a:solidFill>
                <a:latin typeface="Courier"/>
              </a:rPr>
              <a:t>items</a:t>
            </a:r>
            <a:r>
              <a:rPr lang="en-US" altLang="en-US" sz="2200" b="1" dirty="0">
                <a:solidFill>
                  <a:schemeClr val="tx1"/>
                </a:solidFill>
                <a:latin typeface="Courier"/>
              </a:rPr>
              <a:t>()</a:t>
            </a: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)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print(next(iterator))</a:t>
            </a:r>
            <a:br>
              <a:rPr lang="en-US" altLang="en-US" sz="2200" dirty="0">
                <a:solidFill>
                  <a:schemeClr val="tx1"/>
                </a:solidFill>
                <a:latin typeface="Courier"/>
              </a:rPr>
            </a:br>
            <a:r>
              <a:rPr lang="en-US" altLang="en-US" sz="2200" dirty="0">
                <a:solidFill>
                  <a:schemeClr val="tx1"/>
                </a:solidFill>
                <a:latin typeface="Courier"/>
              </a:rPr>
              <a:t>print(next(iterator))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</a:rPr>
              <a:t>Need to explicitly call </a:t>
            </a:r>
            <a:r>
              <a:rPr lang="en-US" altLang="en-US" b="1" dirty="0">
                <a:solidFill>
                  <a:schemeClr val="tx1"/>
                </a:solidFill>
              </a:rPr>
              <a:t>items</a:t>
            </a:r>
            <a:r>
              <a:rPr lang="en-US" altLang="en-US" dirty="0">
                <a:solidFill>
                  <a:schemeClr val="tx1"/>
                </a:solidFill>
              </a:rPr>
              <a:t> method to get iterator of key/value pairs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18A9D-14DD-4B4E-9D21-FDCF1E62D6CE}"/>
              </a:ext>
            </a:extLst>
          </p:cNvPr>
          <p:cNvSpPr/>
          <p:nvPr/>
        </p:nvSpPr>
        <p:spPr>
          <a:xfrm>
            <a:off x="7496710" y="3651931"/>
            <a:ext cx="3178139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Output:</a:t>
            </a:r>
          </a:p>
          <a:p>
            <a:r>
              <a:rPr lang="en-US" sz="2500" dirty="0"/>
              <a:t>('dog', 'bone')</a:t>
            </a:r>
          </a:p>
          <a:p>
            <a:r>
              <a:rPr lang="en-US" sz="2500" dirty="0"/>
              <a:t>('cat', 'fish')</a:t>
            </a:r>
          </a:p>
          <a:p>
            <a:r>
              <a:rPr lang="en-US" sz="2500" dirty="0"/>
              <a:t>('bird', 'seed')</a:t>
            </a:r>
          </a:p>
          <a:p>
            <a:r>
              <a:rPr lang="en-US" sz="2500" dirty="0"/>
              <a:t>('elephant', 'peanuts')</a:t>
            </a:r>
          </a:p>
        </p:txBody>
      </p:sp>
    </p:spTree>
    <p:extLst>
      <p:ext uri="{BB962C8B-B14F-4D97-AF65-F5344CB8AC3E}">
        <p14:creationId xmlns:p14="http://schemas.microsoft.com/office/powerpoint/2010/main" val="412836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1C8B-18A0-AC44-B895-BC122647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</a:t>
            </a:r>
          </a:p>
        </p:txBody>
      </p:sp>
    </p:spTree>
    <p:extLst>
      <p:ext uri="{BB962C8B-B14F-4D97-AF65-F5344CB8AC3E}">
        <p14:creationId xmlns:p14="http://schemas.microsoft.com/office/powerpoint/2010/main" val="619247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 result for OOP interface">
            <a:extLst>
              <a:ext uri="{FF2B5EF4-FFF2-40B4-BE49-F238E27FC236}">
                <a16:creationId xmlns:a16="http://schemas.microsoft.com/office/drawing/2014/main" id="{94C8EEA5-E0A7-4A50-929D-C2BC9C96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26" y="3256589"/>
            <a:ext cx="6049152" cy="2508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99C7D4-FD6D-9345-A28C-09F36A00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Interfaces? (I’m going to keep bringing this up)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BF01A-A9E4-2C48-9595-FEF2C6D84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6462"/>
            <a:ext cx="9518196" cy="40233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An Interface is a contract demanding that the class implement certain methods and behaviors</a:t>
            </a:r>
            <a:r>
              <a:rPr lang="en-US" dirty="0"/>
              <a:t>. </a:t>
            </a:r>
          </a:p>
          <a:p>
            <a:r>
              <a:rPr lang="en-US" b="1" dirty="0"/>
              <a:t>In more general OOP terms, an interface refers to the public methods and attributes that are provided by a class.</a:t>
            </a:r>
            <a:r>
              <a:rPr lang="en-US" dirty="0"/>
              <a:t> An interface determines how we can interact with an object. These public attributes and methods are the only way to communicate (or interface) with the class.</a:t>
            </a:r>
          </a:p>
          <a:p>
            <a:r>
              <a:rPr lang="en-US" dirty="0"/>
              <a:t>In Python there are two kinds: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Informal interfaces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sz="2400" dirty="0"/>
              <a:t>Duck typing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sz="2400" b="1" dirty="0"/>
              <a:t>Protocols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Formal interfaces</a:t>
            </a:r>
          </a:p>
          <a:p>
            <a:pPr marL="1371600" lvl="2" indent="-457200">
              <a:buFont typeface="+mj-lt"/>
              <a:buAutoNum type="alphaLcParenR"/>
            </a:pPr>
            <a:r>
              <a:rPr lang="en-US" sz="2400" dirty="0"/>
              <a:t>Abstract base classes (using inheritance)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BF26A-5C69-4F42-815F-1FE45EF7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399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AAC4-E503-4745-BE59-232704F3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2116-0486-E04B-89BD-C37FA8143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Protocols are collections of methods that Python developers and libraries expect certain “kinds” of things to have</a:t>
            </a:r>
          </a:p>
          <a:p>
            <a:r>
              <a:rPr lang="en-US" dirty="0"/>
              <a:t>This is analogous to interfaces in the Java Collections Framework</a:t>
            </a:r>
          </a:p>
          <a:p>
            <a:r>
              <a:rPr lang="en-US" dirty="0"/>
              <a:t>There are some very helpful protocols in Python</a:t>
            </a:r>
          </a:p>
          <a:p>
            <a:r>
              <a:rPr lang="en-US" dirty="0"/>
              <a:t>In order to implement a protocol, a type must support certain operations</a:t>
            </a:r>
          </a:p>
        </p:txBody>
      </p:sp>
    </p:spTree>
    <p:extLst>
      <p:ext uri="{BB962C8B-B14F-4D97-AF65-F5344CB8AC3E}">
        <p14:creationId xmlns:p14="http://schemas.microsoft.com/office/powerpoint/2010/main" val="1493886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C057-40D9-ACD4-1AE6-924DFCD4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4937758" cy="1450757"/>
          </a:xfrm>
        </p:spPr>
        <p:txBody>
          <a:bodyPr/>
          <a:lstStyle/>
          <a:p>
            <a:r>
              <a:rPr lang="en-CA"/>
              <a:t>Defining a Protocol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B7061A-BED0-3536-A06C-88F4AB4C3294}"/>
              </a:ext>
            </a:extLst>
          </p:cNvPr>
          <p:cNvSpPr txBox="1"/>
          <p:nvPr/>
        </p:nvSpPr>
        <p:spPr>
          <a:xfrm>
            <a:off x="1184895" y="1958408"/>
            <a:ext cx="4477789" cy="15431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typing </a:t>
            </a: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Protocol</a:t>
            </a:r>
          </a:p>
          <a:p>
            <a:pPr>
              <a:lnSpc>
                <a:spcPts val="1425"/>
              </a:lnSpc>
            </a:pP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4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MyProtocol(Protocol)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arg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CA" sz="14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...</a:t>
            </a:r>
          </a:p>
          <a:p>
            <a:pPr>
              <a:lnSpc>
                <a:spcPts val="1425"/>
              </a:lnSpc>
            </a:pP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CA" sz="14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C789234C-56F6-8CE7-EE61-DC852AD6B0AA}"/>
              </a:ext>
            </a:extLst>
          </p:cNvPr>
          <p:cNvSpPr txBox="1">
            <a:spLocks/>
          </p:cNvSpPr>
          <p:nvPr/>
        </p:nvSpPr>
        <p:spPr>
          <a:xfrm>
            <a:off x="6217920" y="309970"/>
            <a:ext cx="4937758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Using a Protocol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9517BA-2FFF-DDFE-6E73-0813E9C2FCBD}"/>
              </a:ext>
            </a:extLst>
          </p:cNvPr>
          <p:cNvSpPr txBox="1"/>
          <p:nvPr/>
        </p:nvSpPr>
        <p:spPr>
          <a:xfrm>
            <a:off x="6217920" y="1958408"/>
            <a:ext cx="4937758" cy="24275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CA" sz="14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 MyClass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arg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CA" sz="14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(arg)</a:t>
            </a:r>
          </a:p>
          <a:p>
            <a:pPr>
              <a:lnSpc>
                <a:spcPts val="1425"/>
              </a:lnSpc>
            </a:pP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sz="1400" b="0" i="1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# Works because MyClass structurally matches MyProtocol</a:t>
            </a: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sz="14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4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MyProtocol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4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(obj.method(</a:t>
            </a:r>
            <a:r>
              <a:rPr lang="en-CA" sz="1400" b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process(MyClass())  </a:t>
            </a:r>
            <a:r>
              <a:rPr lang="en-CA" sz="1400" b="0" i="1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# Output: "42"</a:t>
            </a:r>
            <a:endParaRPr lang="en-CA" sz="14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CA" sz="14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CA" sz="14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6BFFAE-6306-F6F5-561A-61A52BB74512}"/>
              </a:ext>
            </a:extLst>
          </p:cNvPr>
          <p:cNvSpPr txBox="1"/>
          <p:nvPr/>
        </p:nvSpPr>
        <p:spPr>
          <a:xfrm>
            <a:off x="1184895" y="4946985"/>
            <a:ext cx="4477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ABB2BF"/>
                </a:solidFill>
                <a:effectLst/>
                <a:latin typeface="-apple-system"/>
              </a:rPr>
              <a:t>... means "this method is not implemented here and should be provided by a subclass or implementation."</a:t>
            </a:r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A87DA2-E2BE-2239-9016-3960ECE0714E}"/>
              </a:ext>
            </a:extLst>
          </p:cNvPr>
          <p:cNvSpPr txBox="1"/>
          <p:nvPr/>
        </p:nvSpPr>
        <p:spPr>
          <a:xfrm>
            <a:off x="6217920" y="4946985"/>
            <a:ext cx="4937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ABB2BF"/>
                </a:solidFill>
                <a:effectLst/>
                <a:latin typeface="-apple-system"/>
              </a:rPr>
              <a:t>Any class implementing the required methods adheres to the protocol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6296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9BB1-436B-5746-9E37-2C2590D4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Sized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CE36-57A5-6841-A8B6-69351BA6C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Implemented by having a method called __</a:t>
            </a:r>
            <a:r>
              <a:rPr lang="en-US" dirty="0" err="1"/>
              <a:t>len</a:t>
            </a:r>
            <a:r>
              <a:rPr lang="en-US" dirty="0"/>
              <a:t>__(self)</a:t>
            </a:r>
          </a:p>
          <a:p>
            <a:r>
              <a:rPr lang="en-US" dirty="0"/>
              <a:t>Invoked when an instance is passed to the built-in function </a:t>
            </a:r>
            <a:r>
              <a:rPr lang="en-US" dirty="0" err="1"/>
              <a:t>len</a:t>
            </a:r>
            <a:r>
              <a:rPr lang="en-US" dirty="0"/>
              <a:t>( )</a:t>
            </a:r>
          </a:p>
          <a:p>
            <a:r>
              <a:rPr lang="en-US" dirty="0"/>
              <a:t>This is how an object reports the correct value to the </a:t>
            </a:r>
            <a:r>
              <a:rPr lang="en-US" dirty="0" err="1"/>
              <a:t>len</a:t>
            </a:r>
            <a:r>
              <a:rPr lang="en-US" dirty="0"/>
              <a:t>( ) function</a:t>
            </a:r>
          </a:p>
          <a:p>
            <a:r>
              <a:rPr lang="en-US" dirty="0"/>
              <a:t>We may assume Python’s built-in </a:t>
            </a:r>
            <a:r>
              <a:rPr lang="en-US" dirty="0" err="1"/>
              <a:t>len</a:t>
            </a:r>
            <a:r>
              <a:rPr lang="en-US" dirty="0"/>
              <a:t>( ) function works something like this:</a:t>
            </a:r>
          </a:p>
          <a:p>
            <a:pPr marL="1828800" lvl="4" indent="0">
              <a:buNone/>
            </a:pPr>
            <a:r>
              <a:rPr lang="en-CA" sz="2400" dirty="0">
                <a:latin typeface="Courier" pitchFamily="2" charset="0"/>
              </a:rPr>
              <a:t>def </a:t>
            </a:r>
            <a:r>
              <a:rPr lang="en-CA" sz="2400" dirty="0" err="1">
                <a:latin typeface="Courier" pitchFamily="2" charset="0"/>
              </a:rPr>
              <a:t>len</a:t>
            </a:r>
            <a:r>
              <a:rPr lang="en-CA" sz="2400" dirty="0">
                <a:latin typeface="Courier" pitchFamily="2" charset="0"/>
              </a:rPr>
              <a:t>(obj):</a:t>
            </a:r>
          </a:p>
          <a:p>
            <a:pPr marL="1828800" lvl="4" indent="0">
              <a:buNone/>
            </a:pPr>
            <a:r>
              <a:rPr lang="en-CA" sz="2400" dirty="0">
                <a:latin typeface="Courier" pitchFamily="2" charset="0"/>
              </a:rPr>
              <a:t>    return obj.__</a:t>
            </a:r>
            <a:r>
              <a:rPr lang="en-CA" sz="2400" dirty="0" err="1">
                <a:latin typeface="Courier" pitchFamily="2" charset="0"/>
              </a:rPr>
              <a:t>len</a:t>
            </a:r>
            <a:r>
              <a:rPr lang="en-CA" sz="2400" dirty="0">
                <a:latin typeface="Courier" pitchFamily="2" charset="0"/>
              </a:rPr>
              <a:t>__( )</a:t>
            </a:r>
            <a:endParaRPr lang="en-US" sz="2400" dirty="0">
              <a:latin typeface="Courier" pitchFamily="2" charset="0"/>
            </a:endParaRPr>
          </a:p>
          <a:p>
            <a:r>
              <a:rPr lang="en-US" dirty="0"/>
              <a:t>__</a:t>
            </a:r>
            <a:r>
              <a:rPr lang="en-US" dirty="0" err="1"/>
              <a:t>len</a:t>
            </a:r>
            <a:r>
              <a:rPr lang="en-US" dirty="0"/>
              <a:t>__(self)  returns the length of the object, an integer &gt;= 0</a:t>
            </a:r>
          </a:p>
          <a:p>
            <a:r>
              <a:rPr lang="en-US" dirty="0"/>
              <a:t>Implemented by str, list, range, tuple, bytes, set, </a:t>
            </a:r>
            <a:r>
              <a:rPr lang="en-US" dirty="0" err="1"/>
              <a:t>dict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04022" y="5684428"/>
            <a:ext cx="183306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team_sized.py</a:t>
            </a:r>
            <a:endParaRPr lang="en-CA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514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9BB1-436B-5746-9E37-2C2590D4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Container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CE36-57A5-6841-A8B6-69351BA6C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the method __contains__(self, item)</a:t>
            </a:r>
          </a:p>
          <a:p>
            <a:r>
              <a:rPr lang="en-US" dirty="0"/>
              <a:t>When the membership operator </a:t>
            </a:r>
            <a:r>
              <a:rPr lang="en-US" sz="3600" b="1" dirty="0"/>
              <a:t>in</a:t>
            </a:r>
            <a:r>
              <a:rPr lang="en-US" dirty="0"/>
              <a:t> or </a:t>
            </a:r>
            <a:r>
              <a:rPr lang="en-US" sz="3600" b="1" dirty="0"/>
              <a:t>not in</a:t>
            </a:r>
            <a:r>
              <a:rPr lang="en-US" dirty="0"/>
              <a:t> is invoked on an object, this is the method invoked</a:t>
            </a:r>
          </a:p>
          <a:p>
            <a:r>
              <a:rPr lang="en-US" dirty="0"/>
              <a:t>This is how a class implements the membership test operator</a:t>
            </a:r>
          </a:p>
          <a:p>
            <a:r>
              <a:rPr lang="en-US" dirty="0"/>
              <a:t>__contains__(self, item) must return true if the item is </a:t>
            </a:r>
            <a:r>
              <a:rPr lang="en-US" sz="3600" b="1" dirty="0"/>
              <a:t>in</a:t>
            </a:r>
            <a:r>
              <a:rPr lang="en-US" dirty="0"/>
              <a:t> self, else false</a:t>
            </a:r>
          </a:p>
          <a:p>
            <a:r>
              <a:rPr lang="en-US" dirty="0"/>
              <a:t>Implemented by str, list, range, tuple, bytes, set, </a:t>
            </a:r>
            <a:r>
              <a:rPr lang="en-US" dirty="0" err="1"/>
              <a:t>dict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538262" y="5653650"/>
            <a:ext cx="23219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200" dirty="0">
                <a:solidFill>
                  <a:srgbClr val="0070C0"/>
                </a:solidFill>
              </a:rPr>
              <a:t>team_container.py</a:t>
            </a:r>
            <a:endParaRPr lang="en-CA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69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9BB1-436B-5746-9E37-2C2590D4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Iterable</a:t>
            </a:r>
            <a:r>
              <a:rPr lang="en-US" dirty="0"/>
              <a:t>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CE36-57A5-6841-A8B6-69351BA6C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Provides the method __</a:t>
            </a:r>
            <a:r>
              <a:rPr lang="en-US" dirty="0" err="1"/>
              <a:t>iter</a:t>
            </a:r>
            <a:r>
              <a:rPr lang="en-US" dirty="0"/>
              <a:t>__(self)</a:t>
            </a:r>
          </a:p>
          <a:p>
            <a:r>
              <a:rPr lang="en-US" dirty="0"/>
              <a:t>Invoked to generate an iterator object for a container</a:t>
            </a:r>
          </a:p>
          <a:p>
            <a:r>
              <a:rPr lang="en-US" dirty="0"/>
              <a:t>Should return a new iterator object that can iterate over all the objects in the container</a:t>
            </a:r>
          </a:p>
          <a:p>
            <a:r>
              <a:rPr lang="en-US" dirty="0"/>
              <a:t>Invoked by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passing the object to the global Python </a:t>
            </a:r>
            <a:r>
              <a:rPr lang="en-US" sz="2800" dirty="0" err="1"/>
              <a:t>iter</a:t>
            </a:r>
            <a:r>
              <a:rPr lang="en-US" sz="2800" dirty="0"/>
              <a:t>( ) function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using the for-loop, i.e., </a:t>
            </a:r>
            <a:r>
              <a:rPr lang="en-US" sz="2800" dirty="0">
                <a:latin typeface="Courier" pitchFamily="2" charset="0"/>
              </a:rPr>
              <a:t>for item in </a:t>
            </a:r>
            <a:r>
              <a:rPr lang="en-US" sz="2800" dirty="0" err="1">
                <a:latin typeface="Courier" pitchFamily="2" charset="0"/>
              </a:rPr>
              <a:t>iterable</a:t>
            </a:r>
            <a:endParaRPr lang="en-US" sz="2800" dirty="0">
              <a:latin typeface="Courier" pitchFamily="2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720171" y="5653650"/>
            <a:ext cx="214000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200" dirty="0">
                <a:solidFill>
                  <a:srgbClr val="0070C0"/>
                </a:solidFill>
              </a:rPr>
              <a:t>team_iterable.py</a:t>
            </a:r>
            <a:endParaRPr lang="en-CA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753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A5FB93-EF77-40DB-A991-4821B553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Function Overloading and Parameters</a:t>
            </a:r>
          </a:p>
        </p:txBody>
      </p:sp>
    </p:spTree>
    <p:extLst>
      <p:ext uri="{BB962C8B-B14F-4D97-AF65-F5344CB8AC3E}">
        <p14:creationId xmlns:p14="http://schemas.microsoft.com/office/powerpoint/2010/main" val="2170391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544A-B117-40D6-9D3B-C9568680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1C972-1866-4F33-8DC0-5409D340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In Python, function/method overloading doesn’t quite work like Java.</a:t>
            </a:r>
          </a:p>
          <a:p>
            <a:r>
              <a:rPr lang="en-CA" dirty="0"/>
              <a:t>Since Python is dynamically typed, we can’t have a scenario like this</a:t>
            </a:r>
          </a:p>
          <a:p>
            <a:endParaRPr lang="en-CA" dirty="0"/>
          </a:p>
          <a:p>
            <a:r>
              <a:rPr lang="en-CA" dirty="0">
                <a:latin typeface="Courier"/>
              </a:rPr>
              <a:t>def add(</a:t>
            </a:r>
            <a:r>
              <a:rPr lang="en-CA" dirty="0" err="1">
                <a:latin typeface="Courier"/>
              </a:rPr>
              <a:t>int_a</a:t>
            </a:r>
            <a:r>
              <a:rPr lang="en-CA" dirty="0">
                <a:latin typeface="Courier"/>
              </a:rPr>
              <a:t>, </a:t>
            </a:r>
            <a:r>
              <a:rPr lang="en-CA" dirty="0" err="1">
                <a:latin typeface="Courier"/>
              </a:rPr>
              <a:t>int_b</a:t>
            </a:r>
            <a:r>
              <a:rPr lang="en-CA" dirty="0">
                <a:latin typeface="Courier"/>
              </a:rPr>
              <a:t>):</a:t>
            </a:r>
          </a:p>
          <a:p>
            <a:r>
              <a:rPr lang="en-CA" dirty="0">
                <a:latin typeface="Courier"/>
              </a:rPr>
              <a:t>    return </a:t>
            </a:r>
            <a:r>
              <a:rPr lang="en-CA" dirty="0" err="1">
                <a:latin typeface="Courier"/>
              </a:rPr>
              <a:t>int_a</a:t>
            </a:r>
            <a:r>
              <a:rPr lang="en-CA" dirty="0">
                <a:latin typeface="Courier"/>
              </a:rPr>
              <a:t> + </a:t>
            </a:r>
            <a:r>
              <a:rPr lang="en-CA" dirty="0" err="1">
                <a:latin typeface="Courier"/>
              </a:rPr>
              <a:t>int_b</a:t>
            </a:r>
            <a:endParaRPr lang="en-CA" dirty="0">
              <a:latin typeface="Courier"/>
            </a:endParaRPr>
          </a:p>
          <a:p>
            <a:endParaRPr lang="en-CA" dirty="0">
              <a:latin typeface="Courier"/>
            </a:endParaRPr>
          </a:p>
          <a:p>
            <a:r>
              <a:rPr lang="en-CA" dirty="0">
                <a:latin typeface="Courier"/>
              </a:rPr>
              <a:t>def add(</a:t>
            </a:r>
            <a:r>
              <a:rPr lang="en-CA" dirty="0" err="1">
                <a:latin typeface="Courier"/>
              </a:rPr>
              <a:t>string_a</a:t>
            </a:r>
            <a:r>
              <a:rPr lang="en-CA" dirty="0">
                <a:latin typeface="Courier"/>
              </a:rPr>
              <a:t>, </a:t>
            </a:r>
            <a:r>
              <a:rPr lang="en-CA" dirty="0" err="1">
                <a:latin typeface="Courier"/>
              </a:rPr>
              <a:t>string_b</a:t>
            </a:r>
            <a:r>
              <a:rPr lang="en-CA" dirty="0">
                <a:latin typeface="Courier"/>
              </a:rPr>
              <a:t>):</a:t>
            </a:r>
          </a:p>
          <a:p>
            <a:r>
              <a:rPr lang="en-CA" dirty="0">
                <a:latin typeface="Courier"/>
              </a:rPr>
              <a:t>    return </a:t>
            </a:r>
            <a:r>
              <a:rPr lang="en-CA" dirty="0" err="1">
                <a:latin typeface="Courier"/>
              </a:rPr>
              <a:t>string_a</a:t>
            </a:r>
            <a:r>
              <a:rPr lang="en-CA" dirty="0">
                <a:latin typeface="Courier"/>
              </a:rPr>
              <a:t> + </a:t>
            </a:r>
            <a:r>
              <a:rPr lang="en-CA" dirty="0" err="1">
                <a:latin typeface="Courier"/>
              </a:rPr>
              <a:t>string_b</a:t>
            </a:r>
            <a:endParaRPr lang="en-CA" dirty="0">
              <a:latin typeface="Courier"/>
            </a:endParaRPr>
          </a:p>
          <a:p>
            <a:endParaRPr lang="en-CA" dirty="0"/>
          </a:p>
          <a:p>
            <a:r>
              <a:rPr lang="en-CA" dirty="0"/>
              <a:t>These are exactly the same function! We can’t differentiate based on parameter data types.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08028" y="3380360"/>
            <a:ext cx="41488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dirty="0" err="1">
                <a:latin typeface="Courier"/>
              </a:rPr>
              <a:t>def</a:t>
            </a:r>
            <a:r>
              <a:rPr lang="en-CA" sz="2800" dirty="0">
                <a:latin typeface="Courier"/>
              </a:rPr>
              <a:t> add(a, b):</a:t>
            </a:r>
          </a:p>
          <a:p>
            <a:r>
              <a:rPr lang="en-CA" sz="2800" dirty="0">
                <a:latin typeface="Courier"/>
              </a:rPr>
              <a:t>    return a + b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776395" y="3377901"/>
            <a:ext cx="2506532" cy="47951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400339" y="3857414"/>
            <a:ext cx="1882588" cy="65392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91779" y="3084861"/>
            <a:ext cx="1638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Same function!</a:t>
            </a:r>
          </a:p>
        </p:txBody>
      </p:sp>
    </p:spTree>
    <p:extLst>
      <p:ext uri="{BB962C8B-B14F-4D97-AF65-F5344CB8AC3E}">
        <p14:creationId xmlns:p14="http://schemas.microsoft.com/office/powerpoint/2010/main" val="502119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1BCC2-9686-4396-B402-1BDBC108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7" y="643466"/>
            <a:ext cx="2771273" cy="5225627"/>
          </a:xfrm>
        </p:spPr>
        <p:txBody>
          <a:bodyPr anchor="ctr">
            <a:normAutofit/>
          </a:bodyPr>
          <a:lstStyle/>
          <a:p>
            <a:r>
              <a:rPr lang="en-CA" sz="3600"/>
              <a:t>Overloading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1EDC-B164-430A-AD23-B9CBE2A31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019" y="643466"/>
            <a:ext cx="6895973" cy="5225628"/>
          </a:xfrm>
        </p:spPr>
        <p:txBody>
          <a:bodyPr anchor="ctr">
            <a:normAutofit/>
          </a:bodyPr>
          <a:lstStyle/>
          <a:p>
            <a:r>
              <a:rPr lang="en-CA" dirty="0"/>
              <a:t>Python functions are extremely powerful and flexible. </a:t>
            </a:r>
          </a:p>
          <a:p>
            <a:r>
              <a:rPr lang="en-CA" dirty="0"/>
              <a:t>We can implement Function/Method Overloading in the following ways:</a:t>
            </a:r>
          </a:p>
          <a:p>
            <a:endParaRPr lang="en-CA" dirty="0"/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Using Default Arguments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Using Named Arguments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b="1" dirty="0"/>
              <a:t>Using Variable List Arguments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Using Keyword Arguments (Later)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923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 first! Positional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These are the standard functions we are used to. </a:t>
            </a:r>
          </a:p>
          <a:p>
            <a:pPr lvl="1"/>
            <a:r>
              <a:rPr lang="en-CA" dirty="0"/>
              <a:t>The parameters have fixed positions</a:t>
            </a:r>
          </a:p>
          <a:p>
            <a:pPr lvl="1"/>
            <a:r>
              <a:rPr lang="en-CA" dirty="0"/>
              <a:t>Parameters must be given in the order expected.</a:t>
            </a:r>
          </a:p>
          <a:p>
            <a:pPr lvl="1"/>
            <a:endParaRPr lang="en-CA" dirty="0"/>
          </a:p>
          <a:p>
            <a:pPr marL="201168" lvl="1" indent="0">
              <a:buNone/>
            </a:pPr>
            <a:r>
              <a:rPr lang="en-CA" dirty="0" err="1"/>
              <a:t>Eg</a:t>
            </a:r>
            <a:r>
              <a:rPr lang="en-CA" dirty="0"/>
              <a:t>:</a:t>
            </a:r>
          </a:p>
          <a:p>
            <a:pPr marL="201168" lvl="1" indent="0">
              <a:buNone/>
            </a:pPr>
            <a:r>
              <a:rPr lang="en-CA" dirty="0">
                <a:latin typeface="Courier"/>
              </a:rPr>
              <a:t>def </a:t>
            </a:r>
            <a:r>
              <a:rPr lang="en-CA" dirty="0" err="1">
                <a:latin typeface="Courier"/>
              </a:rPr>
              <a:t>add_vectors</a:t>
            </a:r>
            <a:r>
              <a:rPr lang="en-CA" dirty="0">
                <a:latin typeface="Courier"/>
              </a:rPr>
              <a:t>(vector1, vector2):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x = vector1.x + vector2.x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y = vector1.y + vector2.y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z = vector1.z + vector2.z</a:t>
            </a:r>
            <a:br>
              <a:rPr lang="en-CA" dirty="0">
                <a:latin typeface="Courier"/>
              </a:rPr>
            </a:br>
            <a:r>
              <a:rPr lang="en-CA" dirty="0">
                <a:latin typeface="Courier"/>
              </a:rPr>
              <a:t>    return Vector(x, y, z)</a:t>
            </a:r>
          </a:p>
          <a:p>
            <a:pPr marL="201168" lvl="1" indent="0">
              <a:buNone/>
            </a:pPr>
            <a:endParaRPr lang="en-CA" dirty="0"/>
          </a:p>
          <a:p>
            <a:pPr marL="201168" lvl="1" indent="0">
              <a:buNone/>
            </a:pPr>
            <a:r>
              <a:rPr lang="en-CA" dirty="0" err="1"/>
              <a:t>add_vectors</a:t>
            </a:r>
            <a:r>
              <a:rPr lang="en-CA" dirty="0"/>
              <a:t>(position, velocity)</a:t>
            </a:r>
          </a:p>
        </p:txBody>
      </p:sp>
    </p:spTree>
    <p:extLst>
      <p:ext uri="{BB962C8B-B14F-4D97-AF65-F5344CB8AC3E}">
        <p14:creationId xmlns:p14="http://schemas.microsoft.com/office/powerpoint/2010/main" val="3473410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FFFFFF"/>
                </a:solidFill>
              </a:rPr>
              <a:t>Default Arguments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643C09-78EF-422A-BBFC-078622723E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700143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9B72D71-9162-4388-9199-3AB198E61BCF}"/>
              </a:ext>
            </a:extLst>
          </p:cNvPr>
          <p:cNvSpPr/>
          <p:nvPr/>
        </p:nvSpPr>
        <p:spPr>
          <a:xfrm>
            <a:off x="4895515" y="2941590"/>
            <a:ext cx="6967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CA" dirty="0">
                <a:latin typeface="Courier" pitchFamily="2" charset="0"/>
              </a:rPr>
              <a:t>def __</a:t>
            </a:r>
            <a:r>
              <a:rPr lang="en-CA" dirty="0" err="1">
                <a:latin typeface="Courier" pitchFamily="2" charset="0"/>
              </a:rPr>
              <a:t>init</a:t>
            </a:r>
            <a:r>
              <a:rPr lang="en-CA" dirty="0">
                <a:latin typeface="Courier" pitchFamily="2" charset="0"/>
              </a:rPr>
              <a:t>__(</a:t>
            </a:r>
            <a:r>
              <a:rPr lang="en-CA" dirty="0" err="1">
                <a:latin typeface="Courier" pitchFamily="2" charset="0"/>
              </a:rPr>
              <a:t>team_number</a:t>
            </a:r>
            <a:r>
              <a:rPr lang="en-CA" dirty="0">
                <a:latin typeface="Courier" pitchFamily="2" charset="0"/>
              </a:rPr>
              <a:t>, </a:t>
            </a:r>
            <a:r>
              <a:rPr lang="en-CA" b="1" dirty="0" err="1">
                <a:latin typeface="Courier" pitchFamily="2" charset="0"/>
              </a:rPr>
              <a:t>team_name</a:t>
            </a:r>
            <a:r>
              <a:rPr lang="en-CA" b="1" dirty="0">
                <a:latin typeface="Courier" pitchFamily="2" charset="0"/>
              </a:rPr>
              <a:t> = “”</a:t>
            </a:r>
            <a:r>
              <a:rPr lang="en-CA" dirty="0">
                <a:latin typeface="Courier" pitchFamily="2" charset="0"/>
              </a:rPr>
              <a:t>):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36727E-F40A-45A3-8140-2D1DC48DF261}"/>
              </a:ext>
            </a:extLst>
          </p:cNvPr>
          <p:cNvSpPr/>
          <p:nvPr/>
        </p:nvSpPr>
        <p:spPr>
          <a:xfrm>
            <a:off x="3329347" y="4430966"/>
            <a:ext cx="8856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CA" dirty="0">
                <a:latin typeface="Courier" pitchFamily="2" charset="0"/>
              </a:rPr>
              <a:t>def __</a:t>
            </a:r>
            <a:r>
              <a:rPr lang="en-CA" dirty="0" err="1">
                <a:latin typeface="Courier" pitchFamily="2" charset="0"/>
              </a:rPr>
              <a:t>init</a:t>
            </a:r>
            <a:r>
              <a:rPr lang="en-CA" dirty="0">
                <a:latin typeface="Courier" pitchFamily="2" charset="0"/>
              </a:rPr>
              <a:t>__(</a:t>
            </a:r>
            <a:r>
              <a:rPr lang="en-CA" b="1" dirty="0" err="1">
                <a:latin typeface="Courier" pitchFamily="2" charset="0"/>
              </a:rPr>
              <a:t>team_name</a:t>
            </a:r>
            <a:r>
              <a:rPr lang="en-CA" b="1" dirty="0">
                <a:latin typeface="Courier" pitchFamily="2" charset="0"/>
              </a:rPr>
              <a:t> = “”, </a:t>
            </a:r>
            <a:r>
              <a:rPr lang="en-CA" b="1" dirty="0" err="1">
                <a:latin typeface="Courier" pitchFamily="2" charset="0"/>
              </a:rPr>
              <a:t>team_number</a:t>
            </a:r>
            <a:r>
              <a:rPr lang="en-CA" dirty="0">
                <a:latin typeface="Courier" pitchFamily="2" charset="0"/>
              </a:rPr>
              <a:t>): </a:t>
            </a:r>
            <a:r>
              <a:rPr lang="en-CA" b="1" dirty="0">
                <a:solidFill>
                  <a:srgbClr val="FF0000"/>
                </a:solidFill>
                <a:latin typeface="Courier" pitchFamily="2" charset="0"/>
              </a:rPr>
              <a:t>#wrong order!</a:t>
            </a:r>
          </a:p>
        </p:txBody>
      </p:sp>
    </p:spTree>
    <p:extLst>
      <p:ext uri="{BB962C8B-B14F-4D97-AF65-F5344CB8AC3E}">
        <p14:creationId xmlns:p14="http://schemas.microsoft.com/office/powerpoint/2010/main" val="1972664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34" y="1845734"/>
            <a:ext cx="10409446" cy="402336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class Team: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def __</a:t>
            </a:r>
            <a:r>
              <a:rPr lang="en-CA" dirty="0" err="1">
                <a:latin typeface="Courier" pitchFamily="2" charset="0"/>
              </a:rPr>
              <a:t>init</a:t>
            </a:r>
            <a:r>
              <a:rPr lang="en-CA" dirty="0">
                <a:latin typeface="Courier" pitchFamily="2" charset="0"/>
              </a:rPr>
              <a:t>__(self, </a:t>
            </a:r>
            <a:r>
              <a:rPr lang="en-CA" dirty="0" err="1">
                <a:latin typeface="Courier" pitchFamily="2" charset="0"/>
              </a:rPr>
              <a:t>team_number</a:t>
            </a:r>
            <a:r>
              <a:rPr lang="en-CA" dirty="0">
                <a:latin typeface="Courier" pitchFamily="2" charset="0"/>
              </a:rPr>
              <a:t>, </a:t>
            </a:r>
            <a:r>
              <a:rPr lang="en-CA" dirty="0" err="1">
                <a:latin typeface="Courier" pitchFamily="2" charset="0"/>
              </a:rPr>
              <a:t>team_name</a:t>
            </a:r>
            <a:r>
              <a:rPr lang="en-CA" dirty="0">
                <a:latin typeface="Courier" pitchFamily="2" charset="0"/>
              </a:rPr>
              <a:t> </a:t>
            </a:r>
            <a:r>
              <a:rPr lang="en-CA" sz="2700" b="1" dirty="0">
                <a:solidFill>
                  <a:srgbClr val="FF0000"/>
                </a:solidFill>
                <a:latin typeface="Courier" pitchFamily="2" charset="0"/>
              </a:rPr>
              <a:t>= “”</a:t>
            </a:r>
            <a:r>
              <a:rPr lang="en-CA" dirty="0">
                <a:latin typeface="Courier" pitchFamily="2" charset="0"/>
              </a:rPr>
              <a:t>, </a:t>
            </a:r>
            <a:r>
              <a:rPr lang="en-CA" dirty="0" err="1">
                <a:latin typeface="Courier" pitchFamily="2" charset="0"/>
              </a:rPr>
              <a:t>member_list</a:t>
            </a:r>
            <a:r>
              <a:rPr lang="en-CA" dirty="0">
                <a:latin typeface="Courier" pitchFamily="2" charset="0"/>
              </a:rPr>
              <a:t> </a:t>
            </a:r>
            <a:r>
              <a:rPr lang="en-CA" sz="2700" b="1" dirty="0">
                <a:solidFill>
                  <a:srgbClr val="FF0000"/>
                </a:solidFill>
                <a:latin typeface="Courier" pitchFamily="2" charset="0"/>
              </a:rPr>
              <a:t>= None</a:t>
            </a:r>
            <a:r>
              <a:rPr lang="en-CA" dirty="0">
                <a:latin typeface="Courier" pitchFamily="2" charset="0"/>
              </a:rPr>
              <a:t>):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    </a:t>
            </a:r>
            <a:r>
              <a:rPr lang="en-CA" dirty="0" err="1">
                <a:latin typeface="Courier" pitchFamily="2" charset="0"/>
              </a:rPr>
              <a:t>self.team_number</a:t>
            </a:r>
            <a:r>
              <a:rPr lang="en-CA" dirty="0">
                <a:latin typeface="Courier" pitchFamily="2" charset="0"/>
              </a:rPr>
              <a:t> = </a:t>
            </a:r>
            <a:r>
              <a:rPr lang="en-CA" dirty="0" err="1">
                <a:latin typeface="Courier" pitchFamily="2" charset="0"/>
              </a:rPr>
              <a:t>team_number</a:t>
            </a:r>
            <a:endParaRPr lang="en-CA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    self.name = </a:t>
            </a:r>
            <a:r>
              <a:rPr lang="en-CA" dirty="0" err="1">
                <a:latin typeface="Courier" pitchFamily="2" charset="0"/>
              </a:rPr>
              <a:t>team_name</a:t>
            </a:r>
            <a:endParaRPr lang="en-CA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    </a:t>
            </a:r>
            <a:r>
              <a:rPr lang="en-CA" dirty="0" err="1">
                <a:latin typeface="Courier" pitchFamily="2" charset="0"/>
              </a:rPr>
              <a:t>self.members</a:t>
            </a:r>
            <a:r>
              <a:rPr lang="en-CA" dirty="0">
                <a:latin typeface="Courier" pitchFamily="2" charset="0"/>
              </a:rPr>
              <a:t> = </a:t>
            </a:r>
            <a:r>
              <a:rPr lang="en-CA" dirty="0" err="1">
                <a:latin typeface="Courier" pitchFamily="2" charset="0"/>
              </a:rPr>
              <a:t>member_list</a:t>
            </a:r>
            <a:endParaRPr lang="en-CA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    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assignment1_team1 = Team(0)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assignment1_team2 = Team(1, “Pugs 4 Life”)</a:t>
            </a:r>
          </a:p>
          <a:p>
            <a:pPr marL="0" indent="0">
              <a:buNone/>
            </a:pPr>
            <a:r>
              <a:rPr lang="en-CA" dirty="0">
                <a:latin typeface="Courier" pitchFamily="2" charset="0"/>
              </a:rPr>
              <a:t>assignment2_team3 = Team(2, “Tamagotchi App Developers”, [“Jenkins”, “Natalie”, “Susan”])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EE32F05-2313-426F-A74E-F3B6930D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en-CA" dirty="0"/>
              <a:t>Default arguments</a:t>
            </a:r>
          </a:p>
        </p:txBody>
      </p:sp>
    </p:spTree>
    <p:extLst>
      <p:ext uri="{BB962C8B-B14F-4D97-AF65-F5344CB8AC3E}">
        <p14:creationId xmlns:p14="http://schemas.microsoft.com/office/powerpoint/2010/main" val="849499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7" y="1878007"/>
            <a:ext cx="10930465" cy="4372186"/>
          </a:xfrm>
        </p:spPr>
        <p:txBody>
          <a:bodyPr>
            <a:noAutofit/>
          </a:bodyPr>
          <a:lstStyle/>
          <a:p>
            <a:r>
              <a:rPr lang="en-CA" sz="1900" dirty="0"/>
              <a:t>What happens if we write a program like this? </a:t>
            </a:r>
          </a:p>
          <a:p>
            <a:r>
              <a:rPr lang="en-CA" sz="1900" dirty="0"/>
              <a:t>Anything we provide to a default argument </a:t>
            </a:r>
            <a:r>
              <a:rPr lang="en-CA" sz="1900" b="1" dirty="0"/>
              <a:t>is evaluated when the function is first interpreted, not when it is called</a:t>
            </a:r>
            <a:r>
              <a:rPr lang="en-CA" sz="1900" dirty="0"/>
              <a:t>. That is, we </a:t>
            </a:r>
            <a:r>
              <a:rPr lang="en-CA" sz="1900" b="1" dirty="0"/>
              <a:t>can’t have dynamically generated default values</a:t>
            </a:r>
            <a:r>
              <a:rPr lang="en-CA" sz="1900" dirty="0"/>
              <a:t>.</a:t>
            </a:r>
          </a:p>
          <a:p>
            <a:r>
              <a:rPr lang="en-CA" sz="1900" dirty="0"/>
              <a:t>The empty list parameter is created once. (We’ll look at scope in detail next week)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900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message=[]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0593" y="358592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23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message=[]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b="1" dirty="0">
                <a:solidFill>
                  <a:schemeClr val="tx1"/>
                </a:solidFill>
              </a:rPr>
              <a:t>[]</a:t>
            </a:r>
          </a:p>
        </p:txBody>
      </p:sp>
      <p:sp>
        <p:nvSpPr>
          <p:cNvPr id="6" name="Rectangle 5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  <p:sp>
        <p:nvSpPr>
          <p:cNvPr id="7" name="Rectangle 6"/>
          <p:cNvSpPr/>
          <p:nvPr/>
        </p:nvSpPr>
        <p:spPr>
          <a:xfrm>
            <a:off x="5642363" y="3620852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rgbClr val="000000"/>
                </a:solidFill>
              </a:rPr>
              <a:t>A single message variable is created when code i</a:t>
            </a:r>
            <a:r>
              <a:rPr lang="en-US" sz="2000" dirty="0">
                <a:solidFill>
                  <a:srgbClr val="000000"/>
                </a:solidFill>
              </a:rPr>
              <a:t>s interpreted</a:t>
            </a:r>
            <a:endParaRPr lang="en-CA" sz="20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02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</a:t>
            </a:r>
            <a:r>
              <a:rPr lang="en-CA" sz="4500" b="1" dirty="0">
                <a:solidFill>
                  <a:schemeClr val="tx1"/>
                </a:solidFill>
              </a:rPr>
              <a:t>‘Hi’</a:t>
            </a:r>
            <a:r>
              <a:rPr lang="en-CA" sz="4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2363" y="3620852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The first function call appends ‘Hi’ to that single default instance of message</a:t>
            </a:r>
            <a:endParaRPr lang="en-CA" sz="2000" dirty="0"/>
          </a:p>
        </p:txBody>
      </p:sp>
      <p:sp>
        <p:nvSpPr>
          <p:cNvPr id="8" name="Rectangle 7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53594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[‘Hi’, </a:t>
            </a:r>
            <a:r>
              <a:rPr lang="en-CA" sz="4500" b="1" dirty="0">
                <a:solidFill>
                  <a:schemeClr val="tx1"/>
                </a:solidFill>
              </a:rPr>
              <a:t>‘Hi’</a:t>
            </a:r>
            <a:r>
              <a:rPr lang="en-CA" sz="4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2363" y="3620852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The second function call appends another ‘Hi’ to that single default instance of message</a:t>
            </a:r>
            <a:endParaRPr lang="en-CA" sz="2000" dirty="0"/>
          </a:p>
        </p:txBody>
      </p:sp>
      <p:sp>
        <p:nvSpPr>
          <p:cNvPr id="9" name="Rectangle 8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0684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90795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b="1" dirty="0">
                <a:solidFill>
                  <a:schemeClr val="tx1"/>
                </a:solidFill>
              </a:rPr>
              <a:t>[‘new-1’]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[‘Hi’, ‘Hi’]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1503" y="5560968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new_1 is a new list that is NOT using the default instance of message. New memory is allocated</a:t>
            </a:r>
            <a:endParaRPr lang="en-CA" sz="2000" dirty="0"/>
          </a:p>
        </p:txBody>
      </p:sp>
      <p:sp>
        <p:nvSpPr>
          <p:cNvPr id="11" name="Rectangle 10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b="1" dirty="0"/>
          </a:p>
        </p:txBody>
      </p:sp>
      <p:sp>
        <p:nvSpPr>
          <p:cNvPr id="12" name="Rectangle 11"/>
          <p:cNvSpPr/>
          <p:nvPr/>
        </p:nvSpPr>
        <p:spPr>
          <a:xfrm>
            <a:off x="6023633" y="501485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99717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90795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[‘new-1’, </a:t>
            </a:r>
            <a:r>
              <a:rPr lang="en-CA" sz="3500" b="1" dirty="0">
                <a:solidFill>
                  <a:schemeClr val="tx1"/>
                </a:solidFill>
              </a:rPr>
              <a:t>‘Hi’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[‘Hi’, ‘Hi’]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  <p:sp>
        <p:nvSpPr>
          <p:cNvPr id="11" name="Rectangle 10"/>
          <p:cNvSpPr/>
          <p:nvPr/>
        </p:nvSpPr>
        <p:spPr>
          <a:xfrm>
            <a:off x="6023633" y="501485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6899262" y="501485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message</a:t>
            </a:r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5251503" y="5560968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Message parameter is pointing at new_1. Appends ‘Hi’ to new_1 list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614060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90795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[‘new-1’, ‘Hi’]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[‘Hi’, ‘Hi’]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02760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b="1" dirty="0">
                <a:solidFill>
                  <a:schemeClr val="tx1"/>
                </a:solidFill>
              </a:rPr>
              <a:t>[‘new-2’]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6023633" y="501485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</a:t>
            </a:r>
            <a:endParaRPr lang="en-CA" dirty="0"/>
          </a:p>
        </p:txBody>
      </p:sp>
      <p:sp>
        <p:nvSpPr>
          <p:cNvPr id="13" name="Rectangle 12"/>
          <p:cNvSpPr/>
          <p:nvPr/>
        </p:nvSpPr>
        <p:spPr>
          <a:xfrm>
            <a:off x="9435598" y="500590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</a:t>
            </a:r>
            <a:endParaRPr lang="en-CA" dirty="0"/>
          </a:p>
        </p:txBody>
      </p:sp>
      <p:sp>
        <p:nvSpPr>
          <p:cNvPr id="14" name="Rectangle 13"/>
          <p:cNvSpPr/>
          <p:nvPr/>
        </p:nvSpPr>
        <p:spPr>
          <a:xfrm>
            <a:off x="5251503" y="5560968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new_2 is a new list that is NOT using the default instance of message. New memory is allocated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074561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90795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[‘new-1’, ‘Hi’]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3533" y="2108500"/>
            <a:ext cx="25280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[‘Hi’, ‘Hi’]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02760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[‘new-2’, </a:t>
            </a:r>
            <a:r>
              <a:rPr lang="en-CA" sz="3500" b="1" dirty="0">
                <a:solidFill>
                  <a:schemeClr val="tx1"/>
                </a:solidFill>
              </a:rPr>
              <a:t>‘Hi’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6023633" y="501485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</a:t>
            </a:r>
            <a:endParaRPr lang="en-CA" dirty="0"/>
          </a:p>
        </p:txBody>
      </p:sp>
      <p:sp>
        <p:nvSpPr>
          <p:cNvPr id="13" name="Rectangle 12"/>
          <p:cNvSpPr/>
          <p:nvPr/>
        </p:nvSpPr>
        <p:spPr>
          <a:xfrm>
            <a:off x="9435598" y="500590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</a:t>
            </a: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10450492" y="5004093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message</a:t>
            </a:r>
            <a:endParaRPr lang="en-CA" b="1" dirty="0"/>
          </a:p>
        </p:txBody>
      </p:sp>
      <p:sp>
        <p:nvSpPr>
          <p:cNvPr id="14" name="Rectangle 13"/>
          <p:cNvSpPr/>
          <p:nvPr/>
        </p:nvSpPr>
        <p:spPr>
          <a:xfrm>
            <a:off x="5251503" y="5560968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Message parameter is pointing at new_2. Appends ‘Hi’ to new_2 list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054248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Remember! Python is interpreted!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48" y="1878007"/>
            <a:ext cx="4233482" cy="4372186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(message=[]):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message.append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(message)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'new-1'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(new_1)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 = [</a:t>
            </a:r>
            <a:r>
              <a:rPr lang="en-US" altLang="en-US" b="1" dirty="0">
                <a:solidFill>
                  <a:srgbClr val="008080"/>
                </a:solidFill>
                <a:latin typeface="Consolas" panose="020B0609020204030204" pitchFamily="49" charset="0"/>
              </a:rPr>
              <a:t>'new-2'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(new_2)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print_message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b="1" u="sng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90795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[‘new-1’, ‘Hi’]</a:t>
            </a:r>
          </a:p>
        </p:txBody>
      </p:sp>
      <p:sp>
        <p:nvSpPr>
          <p:cNvPr id="8" name="Rectangle 7"/>
          <p:cNvSpPr/>
          <p:nvPr/>
        </p:nvSpPr>
        <p:spPr>
          <a:xfrm>
            <a:off x="6836481" y="2110308"/>
            <a:ext cx="3722147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500" dirty="0">
                <a:solidFill>
                  <a:schemeClr val="tx1"/>
                </a:solidFill>
              </a:rPr>
              <a:t>[‘Hi’, ‘Hi’, </a:t>
            </a:r>
            <a:r>
              <a:rPr lang="en-CA" sz="4500" b="1" dirty="0">
                <a:solidFill>
                  <a:schemeClr val="tx1"/>
                </a:solidFill>
              </a:rPr>
              <a:t>‘Hi’</a:t>
            </a:r>
            <a:r>
              <a:rPr lang="en-CA" sz="4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02760" y="4025147"/>
            <a:ext cx="2615900" cy="9789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[‘new-2’, ‘Hi’]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8804" y="3137211"/>
            <a:ext cx="2337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Default - message</a:t>
            </a:r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6023633" y="501485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new_1</a:t>
            </a:r>
            <a:endParaRPr lang="en-CA" dirty="0"/>
          </a:p>
        </p:txBody>
      </p:sp>
      <p:sp>
        <p:nvSpPr>
          <p:cNvPr id="13" name="Rectangle 12"/>
          <p:cNvSpPr/>
          <p:nvPr/>
        </p:nvSpPr>
        <p:spPr>
          <a:xfrm>
            <a:off x="9435598" y="500590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new_2</a:t>
            </a:r>
            <a:endParaRPr lang="en-CA" dirty="0"/>
          </a:p>
        </p:txBody>
      </p:sp>
      <p:sp>
        <p:nvSpPr>
          <p:cNvPr id="14" name="Rectangle 13"/>
          <p:cNvSpPr/>
          <p:nvPr/>
        </p:nvSpPr>
        <p:spPr>
          <a:xfrm>
            <a:off x="5251503" y="5560968"/>
            <a:ext cx="61103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Again using default parameter message, so ‘Hi’ appending to default message list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974600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B85F-D8C5-5843-B9BF-F6615D4D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Default arguments reminders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23B3D-6B91-9D48-9643-D8EC3AD8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500" dirty="0"/>
              <a:t>Be careful when using default arguments!</a:t>
            </a:r>
          </a:p>
          <a:p>
            <a:r>
              <a:rPr lang="en-CA" sz="2500" dirty="0"/>
              <a:t>A new dynamic parameter is not generated every time the default parameter is used. The same default parameter is used every time</a:t>
            </a:r>
          </a:p>
          <a:p>
            <a:r>
              <a:rPr lang="en-CA" sz="2500" dirty="0"/>
              <a:t>The behavior is different when operating on mutable vs immutable parameters in a function</a:t>
            </a:r>
          </a:p>
          <a:p>
            <a:endParaRPr lang="en-US" sz="2500" dirty="0"/>
          </a:p>
        </p:txBody>
      </p:sp>
      <p:sp>
        <p:nvSpPr>
          <p:cNvPr id="4" name="Rectangle 3"/>
          <p:cNvSpPr/>
          <p:nvPr/>
        </p:nvSpPr>
        <p:spPr>
          <a:xfrm>
            <a:off x="8421032" y="5653650"/>
            <a:ext cx="34391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200" dirty="0">
                <a:solidFill>
                  <a:srgbClr val="0070C0"/>
                </a:solidFill>
              </a:rPr>
              <a:t>team_default_arguments.py</a:t>
            </a:r>
            <a:endParaRPr lang="en-CA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7171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CA" dirty="0"/>
              <a:t>Named Arguments: Changing the Order</a:t>
            </a:r>
          </a:p>
        </p:txBody>
      </p:sp>
      <p:pic>
        <p:nvPicPr>
          <p:cNvPr id="7" name="Graphic 6" descr="Target Audience">
            <a:extLst>
              <a:ext uri="{FF2B5EF4-FFF2-40B4-BE49-F238E27FC236}">
                <a16:creationId xmlns:a16="http://schemas.microsoft.com/office/drawing/2014/main" id="{AA945960-775E-465E-AFEA-9F9DC0CDE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CA" sz="2400" dirty="0"/>
              <a:t>If we have named arguments, we can change the order of parameters in the function call by referring to its name.</a:t>
            </a:r>
          </a:p>
          <a:p>
            <a:endParaRPr lang="en-CA" sz="2400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650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B85F-D8C5-5843-B9BF-F6615D4D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Positional arguments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5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5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5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5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5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5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    print(</a:t>
            </a:r>
            <a:r>
              <a:rPr lang="en-US" altLang="en-US" sz="3500" dirty="0" err="1">
                <a:solidFill>
                  <a:schemeClr val="tx1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500" dirty="0" err="1">
                <a:solidFill>
                  <a:schemeClr val="tx1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500" dirty="0" err="1">
                <a:solidFill>
                  <a:schemeClr val="tx1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altLang="en-US" sz="3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en-US" sz="35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5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3500" b="1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35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cat'</a:t>
            </a:r>
            <a:r>
              <a:rPr lang="en-US" altLang="en-US" sz="3500" dirty="0" err="1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5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'dog</a:t>
            </a:r>
            <a:r>
              <a:rPr lang="en-US" altLang="en-US" sz="3500" b="1" dirty="0">
                <a:solidFill>
                  <a:srgbClr val="0070C0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35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500" b="1" dirty="0">
                <a:solidFill>
                  <a:srgbClr val="00B050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500" b="1" dirty="0">
                <a:solidFill>
                  <a:srgbClr val="FFC000"/>
                </a:solidFill>
                <a:latin typeface="Consolas" panose="020B0609020204030204" pitchFamily="49" charset="0"/>
              </a:rPr>
              <a:t>'hello'</a:t>
            </a:r>
            <a:r>
              <a:rPr lang="en-US" altLang="en-US" sz="35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en-US" sz="3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937760" y="2334410"/>
            <a:ext cx="21515" cy="1602889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7037294" y="2334410"/>
            <a:ext cx="21515" cy="1602889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8627633" y="2334411"/>
            <a:ext cx="290456" cy="1602888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04856" y="5008589"/>
            <a:ext cx="94344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dirty="0"/>
              <a:t>The order that parameters passed in matters with </a:t>
            </a:r>
            <a:r>
              <a:rPr lang="en-CA" sz="2200" b="1" dirty="0"/>
              <a:t>positional arguments</a:t>
            </a:r>
            <a:r>
              <a:rPr lang="en-CA" sz="2200" dirty="0"/>
              <a:t> (this is the one we’re used to). Errors will occur otherwise</a:t>
            </a:r>
          </a:p>
        </p:txBody>
      </p:sp>
    </p:spTree>
    <p:extLst>
      <p:ext uri="{BB962C8B-B14F-4D97-AF65-F5344CB8AC3E}">
        <p14:creationId xmlns:p14="http://schemas.microsoft.com/office/powerpoint/2010/main" val="25175754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B85F-D8C5-5843-B9BF-F6615D4D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Named Arguments: Changing the Order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5609" y="1845734"/>
            <a:ext cx="11338560" cy="402336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2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    print(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3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altLang="en-US" sz="3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endParaRPr lang="en-US" altLang="en-US" sz="3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=5, </a:t>
            </a:r>
            <a:r>
              <a:rPr lang="en-US" altLang="en-US" sz="28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='hello</a:t>
            </a:r>
            <a:r>
              <a:rPr lang="en-US" altLang="en-US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=['</a:t>
            </a:r>
            <a:r>
              <a:rPr lang="en-US" altLang="en-US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cat','dog</a:t>
            </a:r>
            <a:r>
              <a:rPr lang="en-US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'])</a:t>
            </a: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872753" y="2334411"/>
            <a:ext cx="3937300" cy="1602888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743200" y="2334411"/>
            <a:ext cx="2861534" cy="1742737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754880" y="2334411"/>
            <a:ext cx="2775473" cy="1742737"/>
          </a:xfrm>
          <a:prstGeom prst="straightConnector1">
            <a:avLst/>
          </a:prstGeom>
          <a:ln w="635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04856" y="5008589"/>
            <a:ext cx="94344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dirty="0"/>
              <a:t>The position of parameters that are passed in doesn’t matter with named arguments. All that matters is explicitly assigning a value to a matching parameter name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3576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B85F-D8C5-5843-B9BF-F6615D4D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Named Arguments: Changing the Order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5609" y="1845734"/>
            <a:ext cx="11338560" cy="402336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32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200" b="1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=0,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200" b="1" dirty="0">
                <a:solidFill>
                  <a:schemeClr val="tx1"/>
                </a:solidFill>
                <a:latin typeface="Consolas" panose="020B0609020204030204" pitchFamily="49" charset="0"/>
              </a:rPr>
              <a:t>''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    print(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a_string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br>
              <a:rPr lang="en-US" altLang="en-US" sz="3200" i="1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my_func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a_num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=5, </a:t>
            </a:r>
            <a:r>
              <a:rPr lang="en-US" altLang="en-US" sz="32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a_list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=['</a:t>
            </a:r>
            <a:r>
              <a:rPr lang="en-US" altLang="en-US" sz="3200" dirty="0" err="1">
                <a:solidFill>
                  <a:schemeClr val="tx1"/>
                </a:solidFill>
                <a:latin typeface="Consolas" panose="020B0609020204030204" pitchFamily="49" charset="0"/>
              </a:rPr>
              <a:t>cat','dog</a:t>
            </a:r>
            <a:r>
              <a:rPr lang="en-US" altLang="en-US" sz="3200" b="1" dirty="0">
                <a:solidFill>
                  <a:schemeClr val="tx1"/>
                </a:solidFill>
                <a:latin typeface="Consolas" panose="020B0609020204030204" pitchFamily="49" charset="0"/>
              </a:rPr>
              <a:t>'</a:t>
            </a:r>
            <a:r>
              <a:rPr lang="en-US" alt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])</a:t>
            </a:r>
            <a:endParaRPr lang="en-US" altLang="en-US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3894268" y="2334412"/>
            <a:ext cx="1280161" cy="1548302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033656" y="2334412"/>
            <a:ext cx="2571078" cy="1602887"/>
          </a:xfrm>
          <a:prstGeom prst="straightConnector1">
            <a:avLst/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04856" y="5008589"/>
            <a:ext cx="94344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200" dirty="0"/>
              <a:t>This is especially useful when functions have default parameters. Don’t need to pass in all parameters. Only need to pass in parameters we care about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4926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FFFFFF"/>
                </a:solidFill>
              </a:rPr>
              <a:t>Variable List Arguments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DBB31B-4FBB-4BDC-A05F-8F0B24373E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028215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39521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Pass unknown number of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995082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Can pass variable list of arguments into function using list</a:t>
            </a:r>
          </a:p>
          <a:p>
            <a:pPr marL="0" indent="0">
              <a:buNone/>
            </a:pPr>
            <a:r>
              <a:rPr lang="en-CA" dirty="0"/>
              <a:t>Wrap all arguments in list </a:t>
            </a:r>
            <a:r>
              <a:rPr lang="en-CA" b="1" dirty="0"/>
              <a:t>[]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97279" y="2930658"/>
            <a:ext cx="9445215" cy="2369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list_of_items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list_of_items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(item)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'dog'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'hi'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5104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Variable Argument List - “Packing Arguments”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9950825" cy="1146479"/>
          </a:xfrm>
        </p:spPr>
        <p:txBody>
          <a:bodyPr>
            <a:normAutofit/>
          </a:bodyPr>
          <a:lstStyle/>
          <a:p>
            <a:r>
              <a:rPr lang="en-US" dirty="0"/>
              <a:t>We specify an argument with an </a:t>
            </a:r>
            <a:r>
              <a:rPr lang="en-US" b="1" dirty="0"/>
              <a:t>*</a:t>
            </a:r>
            <a:r>
              <a:rPr lang="en-US" dirty="0"/>
              <a:t> preceding its name. The standard/convention is *</a:t>
            </a:r>
            <a:r>
              <a:rPr lang="en-US" dirty="0" err="1"/>
              <a:t>args</a:t>
            </a:r>
            <a:endParaRPr lang="en-US" dirty="0"/>
          </a:p>
          <a:p>
            <a:r>
              <a:rPr lang="en-US" dirty="0"/>
              <a:t>This is known as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packing</a:t>
            </a:r>
            <a:r>
              <a:rPr lang="en-US" b="1" dirty="0"/>
              <a:t> </a:t>
            </a:r>
            <a:r>
              <a:rPr lang="en-US" dirty="0"/>
              <a:t>arguments. All arguments are packed into a tuple named </a:t>
            </a:r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97279" y="2992213"/>
            <a:ext cx="9445215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my_print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item </a:t>
            </a: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28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(item)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my_print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b="1" dirty="0">
                <a:solidFill>
                  <a:srgbClr val="008080"/>
                </a:solidFill>
                <a:latin typeface="Consolas" panose="020B0609020204030204" pitchFamily="49" charset="0"/>
              </a:rPr>
              <a:t>'dog'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{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800" b="1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2800" b="1" dirty="0">
                <a:solidFill>
                  <a:srgbClr val="008080"/>
                </a:solidFill>
                <a:latin typeface="Consolas" panose="020B0609020204030204" pitchFamily="49" charset="0"/>
              </a:rPr>
              <a:t>'hello'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})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9476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Variable Argument List -  “Unpacking”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9950825" cy="4023360"/>
          </a:xfrm>
        </p:spPr>
        <p:txBody>
          <a:bodyPr>
            <a:normAutofit/>
          </a:bodyPr>
          <a:lstStyle/>
          <a:p>
            <a:r>
              <a:rPr lang="en-US" dirty="0"/>
              <a:t>The * (asterisk) can be used with containers as well. This is known as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unpacking</a:t>
            </a:r>
          </a:p>
          <a:p>
            <a:r>
              <a:rPr lang="en-US" dirty="0"/>
              <a:t>In the example below, the list is “unpacked” into the individual string, integer, and list objects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97279" y="2992214"/>
            <a:ext cx="9445215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00080"/>
                </a:solidFill>
                <a:latin typeface="Consolas" panose="020B0609020204030204" pitchFamily="49" charset="0"/>
              </a:rPr>
              <a:t>def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my_print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in_str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in_int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in_dict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28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in_str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in_int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in_dict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my_list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altLang="en-US" sz="2800" b="1" dirty="0">
                <a:solidFill>
                  <a:srgbClr val="008080"/>
                </a:solidFill>
                <a:latin typeface="Consolas" panose="020B0609020204030204" pitchFamily="49" charset="0"/>
              </a:rPr>
              <a:t>'dog'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{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2800" b="1" dirty="0">
                <a:solidFill>
                  <a:srgbClr val="008080"/>
                </a:solidFill>
                <a:latin typeface="Consolas" panose="020B0609020204030204" pitchFamily="49" charset="0"/>
              </a:rPr>
              <a:t>'hi'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en-US" sz="2800" b="1" dirty="0">
                <a:solidFill>
                  <a:srgbClr val="008080"/>
                </a:solidFill>
                <a:latin typeface="Consolas" panose="020B0609020204030204" pitchFamily="49" charset="0"/>
              </a:rPr>
              <a:t>'hello'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}]</a:t>
            </a: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my_print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my_list</a:t>
            </a:r>
            <a: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 #unpack list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5356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D69D-EE10-4161-807B-06CD71AD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Be Responsible!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1D69-33EF-4D2E-B2F6-FC35902D2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dirty="0"/>
              <a:t>Make arguments positional and mandatory (no default value) if you need the caller of the function to specify a parameter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Variable list arguments are extremely powerful and great to use. But it can be difficult to understand, read and maintain. The solution</a:t>
            </a:r>
            <a:r>
              <a:rPr lang="en-CA" b="1" dirty="0"/>
              <a:t>: Comment your code!!!!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Python is not like Java where you are expected to have lines and lines of comments. Python </a:t>
            </a:r>
            <a:r>
              <a:rPr lang="en-CA" b="1" u="sng" dirty="0"/>
              <a:t>demands</a:t>
            </a:r>
            <a:r>
              <a:rPr lang="en-CA" dirty="0"/>
              <a:t> that you have meaningful comments </a:t>
            </a:r>
            <a:r>
              <a:rPr lang="en-CA" b="1" u="sng" dirty="0"/>
              <a:t>where necessary</a:t>
            </a:r>
            <a:r>
              <a:rPr lang="en-CA" dirty="0"/>
              <a:t>!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From this week onwards, don’t write comments because you have to. Imagine you are someone who has never seen your code. Write comments for that person.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BE03B-7AD1-D14B-99BC-972CB62A4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1233" r="98356">
                        <a14:foregroundMark x1="5342" y1="32000" x2="6849" y2="32533"/>
                        <a14:foregroundMark x1="1233" y1="43200" x2="4110" y2="77333"/>
                        <a14:foregroundMark x1="89589" y1="12533" x2="96027" y2="26400"/>
                        <a14:foregroundMark x1="96027" y1="26400" x2="96986" y2="45067"/>
                        <a14:foregroundMark x1="96986" y1="45067" x2="93562" y2="63467"/>
                        <a14:foregroundMark x1="93562" y1="63467" x2="93014" y2="64533"/>
                        <a14:foregroundMark x1="89315" y1="49067" x2="84521" y2="33067"/>
                        <a14:foregroundMark x1="84521" y1="33067" x2="85890" y2="28533"/>
                        <a14:foregroundMark x1="89589" y1="25867" x2="66164" y2="46933"/>
                        <a14:foregroundMark x1="66164" y1="46933" x2="8082" y2="64800"/>
                        <a14:foregroundMark x1="9452" y1="62400" x2="32329" y2="32267"/>
                        <a14:foregroundMark x1="32329" y1="32267" x2="43836" y2="30400"/>
                        <a14:foregroundMark x1="43836" y1="30400" x2="54521" y2="35733"/>
                        <a14:foregroundMark x1="54521" y1="35733" x2="89589" y2="33600"/>
                        <a14:foregroundMark x1="75342" y1="36000" x2="41507" y2="41333"/>
                        <a14:foregroundMark x1="41507" y1="41333" x2="32329" y2="52000"/>
                        <a14:foregroundMark x1="96986" y1="58400" x2="94795" y2="40000"/>
                        <a14:foregroundMark x1="94795" y1="40000" x2="98356" y2="56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767805">
            <a:off x="7151460" y="1088273"/>
            <a:ext cx="5076664" cy="260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904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A5FB93-EF77-40DB-A991-4821B553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Mutable vs Immutable Function parameters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3C25A-6701-47F7-949A-A8FE9416B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More python quirks</a:t>
            </a:r>
          </a:p>
        </p:txBody>
      </p:sp>
    </p:spTree>
    <p:extLst>
      <p:ext uri="{BB962C8B-B14F-4D97-AF65-F5344CB8AC3E}">
        <p14:creationId xmlns:p14="http://schemas.microsoft.com/office/powerpoint/2010/main" val="1682453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78532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3223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A new object is created in memory, and the variable </a:t>
            </a:r>
            <a:r>
              <a:rPr lang="en-CA" dirty="0" err="1"/>
              <a:t>out_var</a:t>
            </a:r>
            <a:r>
              <a:rPr lang="en-CA" dirty="0"/>
              <a:t> is assigned to it</a:t>
            </a:r>
          </a:p>
        </p:txBody>
      </p:sp>
    </p:spTree>
    <p:extLst>
      <p:ext uri="{BB962C8B-B14F-4D97-AF65-F5344CB8AC3E}">
        <p14:creationId xmlns:p14="http://schemas.microsoft.com/office/powerpoint/2010/main" val="18730706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Mutable function parameter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in_var.append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[0]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5491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1" name="Rectangle 10"/>
          <p:cNvSpPr/>
          <p:nvPr/>
        </p:nvSpPr>
        <p:spPr>
          <a:xfrm>
            <a:off x="6524527" y="4220865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in_var</a:t>
            </a:r>
            <a:r>
              <a:rPr lang="en-CA" dirty="0"/>
              <a:t> is a new variable that points to the same value </a:t>
            </a:r>
            <a:r>
              <a:rPr lang="en-CA" dirty="0" err="1"/>
              <a:t>out_var</a:t>
            </a:r>
            <a:r>
              <a:rPr lang="en-CA" dirty="0"/>
              <a:t> is pointing at. </a:t>
            </a:r>
            <a:r>
              <a:rPr lang="en-CA" dirty="0" err="1"/>
              <a:t>in_var</a:t>
            </a:r>
            <a:r>
              <a:rPr lang="en-CA" dirty="0"/>
              <a:t> and </a:t>
            </a:r>
            <a:r>
              <a:rPr lang="en-CA" dirty="0" err="1"/>
              <a:t>out_var</a:t>
            </a:r>
            <a:r>
              <a:rPr lang="en-CA" dirty="0"/>
              <a:t> are both pointing at the same object in memory. There is NO COPYING</a:t>
            </a:r>
          </a:p>
        </p:txBody>
      </p:sp>
    </p:spTree>
    <p:extLst>
      <p:ext uri="{BB962C8B-B14F-4D97-AF65-F5344CB8AC3E}">
        <p14:creationId xmlns:p14="http://schemas.microsoft.com/office/powerpoint/2010/main" val="24097091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Mutable function parameter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in_var.append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in_var</a:t>
            </a:r>
            <a:r>
              <a:rPr lang="en-CA" dirty="0"/>
              <a:t> has the value 1 appended to it. This changes the original value </a:t>
            </a:r>
            <a:r>
              <a:rPr lang="en-CA" dirty="0" err="1"/>
              <a:t>out_var</a:t>
            </a:r>
            <a:r>
              <a:rPr lang="en-CA" dirty="0"/>
              <a:t> is assigned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</a:t>
            </a:r>
            <a:r>
              <a:rPr lang="en-CA" sz="3500" dirty="0">
                <a:solidFill>
                  <a:srgbClr val="00B050"/>
                </a:solidFill>
              </a:rPr>
              <a:t>1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5491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5" name="Rectangle 14"/>
          <p:cNvSpPr/>
          <p:nvPr/>
        </p:nvSpPr>
        <p:spPr>
          <a:xfrm>
            <a:off x="6524527" y="4220865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24243773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Mutable function parameter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The object [2,3] is created in memory and </a:t>
            </a:r>
            <a:r>
              <a:rPr lang="en-CA" dirty="0" err="1"/>
              <a:t>in_var</a:t>
            </a:r>
            <a:r>
              <a:rPr lang="en-CA" dirty="0"/>
              <a:t> has now changed to point to it</a:t>
            </a:r>
          </a:p>
          <a:p>
            <a:endParaRPr lang="en-CA" dirty="0"/>
          </a:p>
        </p:txBody>
      </p:sp>
      <p:sp>
        <p:nvSpPr>
          <p:cNvPr id="12" name="Rectangle 11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5491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1" name="Rectangle 10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</a:t>
            </a:r>
            <a:r>
              <a:rPr lang="en-CA" sz="3500" dirty="0">
                <a:solidFill>
                  <a:srgbClr val="00B050"/>
                </a:solidFill>
              </a:rPr>
              <a:t>2, 3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1242" y="3946913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9752593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Mutable function parameter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in_var.append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7280" y="4786209"/>
            <a:ext cx="101152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When we print </a:t>
            </a:r>
            <a:r>
              <a:rPr lang="en-CA" dirty="0" err="1"/>
              <a:t>out_var</a:t>
            </a:r>
            <a:r>
              <a:rPr lang="en-CA" dirty="0"/>
              <a:t>, its value is [0,1]</a:t>
            </a:r>
          </a:p>
          <a:p>
            <a:r>
              <a:rPr lang="en-CA" b="1" dirty="0"/>
              <a:t>Mutable parameters appear to treat function parameters as pass by reference</a:t>
            </a:r>
            <a:r>
              <a:rPr lang="en-CA" dirty="0"/>
              <a:t>. Changes made internally to the mutable parameter change the original object</a:t>
            </a:r>
          </a:p>
          <a:p>
            <a:r>
              <a:rPr lang="en-CA" dirty="0"/>
              <a:t>However assignment (=) causes the parameter to point to different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946452"/>
            <a:ext cx="1032734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[0,1]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5491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7" name="Rectangle 16"/>
          <p:cNvSpPr/>
          <p:nvPr/>
        </p:nvSpPr>
        <p:spPr>
          <a:xfrm>
            <a:off x="9156550" y="2946452"/>
            <a:ext cx="1203063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[</a:t>
            </a:r>
            <a:r>
              <a:rPr lang="en-CA" sz="3500" dirty="0">
                <a:solidFill>
                  <a:srgbClr val="00B050"/>
                </a:solidFill>
              </a:rPr>
              <a:t>2, 3</a:t>
            </a:r>
            <a:r>
              <a:rPr lang="en-CA" sz="35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1242" y="3946913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31415714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“world”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in_var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“hello”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8964" y="2946452"/>
            <a:ext cx="2311868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“hello”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3223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78620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A new immutable string object is created in memory, and the variable </a:t>
            </a:r>
            <a:r>
              <a:rPr lang="en-CA" dirty="0" err="1"/>
              <a:t>out_var</a:t>
            </a:r>
            <a:r>
              <a:rPr lang="en-CA" dirty="0"/>
              <a:t> is assigned to it</a:t>
            </a:r>
          </a:p>
        </p:txBody>
      </p:sp>
    </p:spTree>
    <p:extLst>
      <p:ext uri="{BB962C8B-B14F-4D97-AF65-F5344CB8AC3E}">
        <p14:creationId xmlns:p14="http://schemas.microsoft.com/office/powerpoint/2010/main" val="21559521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“world”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in_var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“hello”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8964" y="2946452"/>
            <a:ext cx="2311868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“hello”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3223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83283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“hello” is passed as a parameter to </a:t>
            </a:r>
            <a:r>
              <a:rPr lang="en-CA" dirty="0" err="1"/>
              <a:t>in_var</a:t>
            </a:r>
            <a:r>
              <a:rPr lang="en-CA" dirty="0"/>
              <a:t>. Before executing the first line, </a:t>
            </a:r>
            <a:r>
              <a:rPr lang="en-CA" dirty="0" err="1"/>
              <a:t>in_var</a:t>
            </a:r>
            <a:r>
              <a:rPr lang="en-CA" dirty="0"/>
              <a:t> and </a:t>
            </a:r>
            <a:r>
              <a:rPr lang="en-CA" dirty="0" err="1"/>
              <a:t>out_var</a:t>
            </a:r>
            <a:r>
              <a:rPr lang="en-CA" dirty="0"/>
              <a:t> are both pointing at the same “hello” object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85D34-72F0-4A05-A7BA-5DE04ABE7C08}"/>
              </a:ext>
            </a:extLst>
          </p:cNvPr>
          <p:cNvSpPr/>
          <p:nvPr/>
        </p:nvSpPr>
        <p:spPr>
          <a:xfrm>
            <a:off x="7213222" y="4309155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</p:spTree>
    <p:extLst>
      <p:ext uri="{BB962C8B-B14F-4D97-AF65-F5344CB8AC3E}">
        <p14:creationId xmlns:p14="http://schemas.microsoft.com/office/powerpoint/2010/main" val="782161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 “world”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in_var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“hello”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8964" y="2946452"/>
            <a:ext cx="2311868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“hello”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3223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83283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/>
              <a:t>Strings are immutable</a:t>
            </a:r>
            <a:r>
              <a:rPr lang="en-CA" dirty="0"/>
              <a:t>. Meaning that we can’t change a string in memory that already exists</a:t>
            </a:r>
          </a:p>
          <a:p>
            <a:r>
              <a:rPr lang="en-CA" dirty="0"/>
              <a:t>To append “world” to “hello” this requires creating an entirely new string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85D34-72F0-4A05-A7BA-5DE04ABE7C08}"/>
              </a:ext>
            </a:extLst>
          </p:cNvPr>
          <p:cNvSpPr/>
          <p:nvPr/>
        </p:nvSpPr>
        <p:spPr>
          <a:xfrm>
            <a:off x="7213222" y="4309155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DDFA3-81A5-4FA3-BAFF-F759A2827D48}"/>
              </a:ext>
            </a:extLst>
          </p:cNvPr>
          <p:cNvSpPr/>
          <p:nvPr/>
        </p:nvSpPr>
        <p:spPr>
          <a:xfrm>
            <a:off x="9332592" y="2946452"/>
            <a:ext cx="2548309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</a:t>
            </a:r>
            <a:r>
              <a:rPr lang="en-CA" sz="3500" dirty="0" err="1">
                <a:solidFill>
                  <a:schemeClr val="tx1"/>
                </a:solidFill>
              </a:rPr>
              <a:t>helloworld</a:t>
            </a:r>
            <a:r>
              <a:rPr lang="en-CA" sz="3500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99074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“world”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in_var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“hello”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8964" y="2946452"/>
            <a:ext cx="2311868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“hello”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2238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83283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When we assign “</a:t>
            </a:r>
            <a:r>
              <a:rPr lang="en-CA" dirty="0" err="1"/>
              <a:t>helloworld</a:t>
            </a:r>
            <a:r>
              <a:rPr lang="en-CA" dirty="0"/>
              <a:t>” to </a:t>
            </a:r>
            <a:r>
              <a:rPr lang="en-CA" dirty="0" err="1"/>
              <a:t>in_var</a:t>
            </a:r>
            <a:r>
              <a:rPr lang="en-CA" dirty="0"/>
              <a:t>, this makes </a:t>
            </a:r>
            <a:r>
              <a:rPr lang="en-CA" dirty="0" err="1"/>
              <a:t>in_var</a:t>
            </a:r>
            <a:r>
              <a:rPr lang="en-CA" dirty="0"/>
              <a:t> point to the new “</a:t>
            </a:r>
            <a:r>
              <a:rPr lang="en-CA" dirty="0" err="1"/>
              <a:t>helloworld</a:t>
            </a:r>
            <a:r>
              <a:rPr lang="en-CA" dirty="0"/>
              <a:t>” object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85D34-72F0-4A05-A7BA-5DE04ABE7C08}"/>
              </a:ext>
            </a:extLst>
          </p:cNvPr>
          <p:cNvSpPr/>
          <p:nvPr/>
        </p:nvSpPr>
        <p:spPr>
          <a:xfrm>
            <a:off x="10169312" y="3946913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DDFA3-81A5-4FA3-BAFF-F759A2827D48}"/>
              </a:ext>
            </a:extLst>
          </p:cNvPr>
          <p:cNvSpPr/>
          <p:nvPr/>
        </p:nvSpPr>
        <p:spPr>
          <a:xfrm>
            <a:off x="9332592" y="2946452"/>
            <a:ext cx="2548309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</a:t>
            </a:r>
            <a:r>
              <a:rPr lang="en-CA" sz="3500" dirty="0" err="1">
                <a:solidFill>
                  <a:schemeClr val="tx1"/>
                </a:solidFill>
              </a:rPr>
              <a:t>helloworld</a:t>
            </a:r>
            <a:r>
              <a:rPr lang="en-CA" sz="3500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14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“world”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en-US" b="1" u="sng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in_var</a:t>
            </a:r>
            <a:r>
              <a:rPr lang="en-US" altLang="en-US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“hello”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8964" y="2946452"/>
            <a:ext cx="2311868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“hello”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3223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832839"/>
            <a:ext cx="10115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in_var</a:t>
            </a:r>
            <a:r>
              <a:rPr lang="en-CA" dirty="0"/>
              <a:t> is pointing at “</a:t>
            </a:r>
            <a:r>
              <a:rPr lang="en-CA" dirty="0" err="1"/>
              <a:t>helloworld</a:t>
            </a:r>
            <a:r>
              <a:rPr lang="en-CA" dirty="0"/>
              <a:t>” so this is printed to the screen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85D34-72F0-4A05-A7BA-5DE04ABE7C08}"/>
              </a:ext>
            </a:extLst>
          </p:cNvPr>
          <p:cNvSpPr/>
          <p:nvPr/>
        </p:nvSpPr>
        <p:spPr>
          <a:xfrm>
            <a:off x="10169312" y="3946913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DDFA3-81A5-4FA3-BAFF-F759A2827D48}"/>
              </a:ext>
            </a:extLst>
          </p:cNvPr>
          <p:cNvSpPr/>
          <p:nvPr/>
        </p:nvSpPr>
        <p:spPr>
          <a:xfrm>
            <a:off x="9332592" y="2946452"/>
            <a:ext cx="2548309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</a:t>
            </a:r>
            <a:r>
              <a:rPr lang="en-CA" sz="3500" dirty="0" err="1">
                <a:solidFill>
                  <a:schemeClr val="tx1"/>
                </a:solidFill>
              </a:rPr>
              <a:t>helloworld</a:t>
            </a:r>
            <a:r>
              <a:rPr lang="en-CA" sz="3500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14401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Immutable function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97280" y="2392642"/>
            <a:ext cx="4260028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“world”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en-US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in_var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“hello”</a:t>
            </a:r>
            <a:b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i="0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out_var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8964" y="2946452"/>
            <a:ext cx="2311868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“hello”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3223" y="3946913"/>
            <a:ext cx="11946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out_var</a:t>
            </a:r>
            <a:endParaRPr lang="en-CA" sz="2500" dirty="0"/>
          </a:p>
        </p:txBody>
      </p:sp>
      <p:sp>
        <p:nvSpPr>
          <p:cNvPr id="10" name="Rectangle 9"/>
          <p:cNvSpPr/>
          <p:nvPr/>
        </p:nvSpPr>
        <p:spPr>
          <a:xfrm>
            <a:off x="1097280" y="4832839"/>
            <a:ext cx="10115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/>
              <a:t>out_var</a:t>
            </a:r>
            <a:r>
              <a:rPr lang="en-CA" dirty="0"/>
              <a:t> is still pointing at the string “hello” so it prints out “hello”</a:t>
            </a:r>
          </a:p>
          <a:p>
            <a:r>
              <a:rPr lang="en-CA" b="1" dirty="0"/>
              <a:t>Immutable parameters make the function appear to treat parameters as</a:t>
            </a:r>
            <a:r>
              <a:rPr lang="en-CA" dirty="0"/>
              <a:t> </a:t>
            </a:r>
            <a:r>
              <a:rPr lang="en-CA" b="1" dirty="0"/>
              <a:t>pass by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85D34-72F0-4A05-A7BA-5DE04ABE7C08}"/>
              </a:ext>
            </a:extLst>
          </p:cNvPr>
          <p:cNvSpPr/>
          <p:nvPr/>
        </p:nvSpPr>
        <p:spPr>
          <a:xfrm>
            <a:off x="10169312" y="3946913"/>
            <a:ext cx="99270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500" dirty="0" err="1"/>
              <a:t>in_var</a:t>
            </a:r>
            <a:endParaRPr lang="en-CA" sz="25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DDFA3-81A5-4FA3-BAFF-F759A2827D48}"/>
              </a:ext>
            </a:extLst>
          </p:cNvPr>
          <p:cNvSpPr/>
          <p:nvPr/>
        </p:nvSpPr>
        <p:spPr>
          <a:xfrm>
            <a:off x="9332592" y="2946452"/>
            <a:ext cx="2548309" cy="1000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500" dirty="0">
                <a:solidFill>
                  <a:schemeClr val="tx1"/>
                </a:solidFill>
              </a:rPr>
              <a:t>“</a:t>
            </a:r>
            <a:r>
              <a:rPr lang="en-CA" sz="3500" dirty="0" err="1">
                <a:solidFill>
                  <a:schemeClr val="tx1"/>
                </a:solidFill>
              </a:rPr>
              <a:t>helloworld</a:t>
            </a:r>
            <a:r>
              <a:rPr lang="en-CA" sz="3500" dirty="0">
                <a:solidFill>
                  <a:schemeClr val="tx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73126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Mutable vs immutable parameters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97280" y="2099913"/>
            <a:ext cx="1011520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/>
              <a:t>Be aware of what types of parameters are passed into a function</a:t>
            </a:r>
          </a:p>
          <a:p>
            <a:endParaRPr lang="en-CA" dirty="0"/>
          </a:p>
          <a:p>
            <a:r>
              <a:rPr lang="en-CA" dirty="0"/>
              <a:t>Mutable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Can make functions appear to be pass by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Can change the internal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Changes will affect the original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Assignment causes parameter to point to a different object. Causes function to appear to be pass by value</a:t>
            </a:r>
          </a:p>
          <a:p>
            <a:endParaRPr lang="en-CA" dirty="0"/>
          </a:p>
          <a:p>
            <a:r>
              <a:rPr lang="en-CA" dirty="0"/>
              <a:t>Immutable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Can make functions appear to be pass by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Can NOT change the internal attributes. This is consistent with the concept of immutable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Any changes that appear to occur are actually new immutable objects that are created</a:t>
            </a:r>
          </a:p>
        </p:txBody>
      </p:sp>
    </p:spTree>
    <p:extLst>
      <p:ext uri="{BB962C8B-B14F-4D97-AF65-F5344CB8AC3E}">
        <p14:creationId xmlns:p14="http://schemas.microsoft.com/office/powerpoint/2010/main" val="25662518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10910</TotalTime>
  <Words>6514</Words>
  <Application>Microsoft Office PowerPoint</Application>
  <PresentationFormat>Widescreen</PresentationFormat>
  <Paragraphs>621</Paragraphs>
  <Slides>71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0" baseType="lpstr">
      <vt:lpstr>-apple-system</vt:lpstr>
      <vt:lpstr>Arial</vt:lpstr>
      <vt:lpstr>Calibri</vt:lpstr>
      <vt:lpstr>Calibri Light</vt:lpstr>
      <vt:lpstr>Consolas</vt:lpstr>
      <vt:lpstr>Courier</vt:lpstr>
      <vt:lpstr>Courier New</vt:lpstr>
      <vt:lpstr>Wingdings</vt:lpstr>
      <vt:lpstr>Retrospect</vt:lpstr>
      <vt:lpstr>Slicing, Ranges Protocols, Function Overloading and Arguments</vt:lpstr>
      <vt:lpstr>List Slicing</vt:lpstr>
      <vt:lpstr>"Slicing" a list</vt:lpstr>
      <vt:lpstr>"Slicing" a list</vt:lpstr>
      <vt:lpstr>"Slicing" a list</vt:lpstr>
      <vt:lpstr>Try Out These Statements</vt:lpstr>
      <vt:lpstr>Try Out These Statements</vt:lpstr>
      <vt:lpstr>RANGE</vt:lpstr>
      <vt:lpstr>It’s easy to create lists of numbers</vt:lpstr>
      <vt:lpstr>It’s easy to create lists of numbers</vt:lpstr>
      <vt:lpstr>What’s a range?</vt:lpstr>
      <vt:lpstr>More about the range data type</vt:lpstr>
      <vt:lpstr>Range example code</vt:lpstr>
      <vt:lpstr>We can find the min and the max easily</vt:lpstr>
      <vt:lpstr>Try Out These Statements</vt:lpstr>
      <vt:lpstr>Try Out These Statements</vt:lpstr>
      <vt:lpstr>Iterators</vt:lpstr>
      <vt:lpstr>What’s an iterator (the iter function)</vt:lpstr>
      <vt:lpstr>How does an iterator work?</vt:lpstr>
      <vt:lpstr>Final word about iterators (for now)</vt:lpstr>
      <vt:lpstr>Final word about iterators (for now)</vt:lpstr>
      <vt:lpstr>Final word about iterators (for now)</vt:lpstr>
      <vt:lpstr>Final word about iterators (for now)</vt:lpstr>
      <vt:lpstr>Final word about iterators (for now)</vt:lpstr>
      <vt:lpstr>Final word about iterators (for now)</vt:lpstr>
      <vt:lpstr>Final word about iterators (for now)</vt:lpstr>
      <vt:lpstr>PROTOCOLS</vt:lpstr>
      <vt:lpstr>Remember Interfaces? (I’m going to keep bringing this up)</vt:lpstr>
      <vt:lpstr>The Python protocol</vt:lpstr>
      <vt:lpstr>Defining a Protocol</vt:lpstr>
      <vt:lpstr>The Sized protocol</vt:lpstr>
      <vt:lpstr>The Container protocol</vt:lpstr>
      <vt:lpstr>The Iterable protocol</vt:lpstr>
      <vt:lpstr>Function Overloading and Parameters</vt:lpstr>
      <vt:lpstr>Overloading</vt:lpstr>
      <vt:lpstr>Overloading</vt:lpstr>
      <vt:lpstr>But first! Positional Arguments</vt:lpstr>
      <vt:lpstr>Default Arguments</vt:lpstr>
      <vt:lpstr>Default arguments</vt:lpstr>
      <vt:lpstr>Remember! Python is interpreted!</vt:lpstr>
      <vt:lpstr>Remember! Python is interpreted!</vt:lpstr>
      <vt:lpstr>Remember! Python is interpreted!</vt:lpstr>
      <vt:lpstr>Remember! Python is interpreted!</vt:lpstr>
      <vt:lpstr>Remember! Python is interpreted!</vt:lpstr>
      <vt:lpstr>Remember! Python is interpreted!</vt:lpstr>
      <vt:lpstr>Remember! Python is interpreted!</vt:lpstr>
      <vt:lpstr>Remember! Python is interpreted!</vt:lpstr>
      <vt:lpstr>Remember! Python is interpreted!</vt:lpstr>
      <vt:lpstr>Default arguments reminders</vt:lpstr>
      <vt:lpstr>Named Arguments: Changing the Order</vt:lpstr>
      <vt:lpstr>Positional arguments</vt:lpstr>
      <vt:lpstr>Named Arguments: Changing the Order</vt:lpstr>
      <vt:lpstr>Named Arguments: Changing the Order</vt:lpstr>
      <vt:lpstr>Variable List Arguments</vt:lpstr>
      <vt:lpstr>Pass unknown number of arguments</vt:lpstr>
      <vt:lpstr>Variable Argument List - “Packing Arguments”</vt:lpstr>
      <vt:lpstr>Variable Argument List -  “Unpacking”</vt:lpstr>
      <vt:lpstr>Be Responsible!</vt:lpstr>
      <vt:lpstr>Mutable vs Immutable Function parameters</vt:lpstr>
      <vt:lpstr>Mutable function parameter</vt:lpstr>
      <vt:lpstr>Mutable function parameter</vt:lpstr>
      <vt:lpstr>Mutable function parameter</vt:lpstr>
      <vt:lpstr>Mutable function parameter</vt:lpstr>
      <vt:lpstr>Mutable function parameter</vt:lpstr>
      <vt:lpstr>Immutable function parameter</vt:lpstr>
      <vt:lpstr>Immutable function parameter</vt:lpstr>
      <vt:lpstr>Immutable function parameter</vt:lpstr>
      <vt:lpstr>Immutable function parameter</vt:lpstr>
      <vt:lpstr>Immutable function parameter</vt:lpstr>
      <vt:lpstr>Immutable function parameter</vt:lpstr>
      <vt:lpstr>Mutable vs immutable parameters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Protocols and Function Oveloading</dc:title>
  <dc:creator>Rahul Kukreja</dc:creator>
  <cp:lastModifiedBy>Nabil Al-Rousan</cp:lastModifiedBy>
  <cp:revision>151</cp:revision>
  <cp:lastPrinted>2019-09-23T18:54:41Z</cp:lastPrinted>
  <dcterms:created xsi:type="dcterms:W3CDTF">2019-09-23T18:29:34Z</dcterms:created>
  <dcterms:modified xsi:type="dcterms:W3CDTF">2025-10-03T00:01:11Z</dcterms:modified>
</cp:coreProperties>
</file>